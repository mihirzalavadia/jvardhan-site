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Quattrocento" panose="02020502030000000404" pitchFamily="18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40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380430"/>
            <a:ext cx="6223638" cy="2346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J.VARDHAN</a:t>
            </a:r>
            <a:endParaRPr lang="en-US" sz="73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7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LUXE EVENTS</a:t>
            </a:r>
            <a:endParaRPr lang="en-US" sz="7350" dirty="0"/>
          </a:p>
        </p:txBody>
      </p:sp>
      <p:sp>
        <p:nvSpPr>
          <p:cNvPr id="4" name="Text 1"/>
          <p:cNvSpPr/>
          <p:nvPr/>
        </p:nvSpPr>
        <p:spPr>
          <a:xfrm>
            <a:off x="698086" y="4086126"/>
            <a:ext cx="4123031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WEDDINGS &amp; CELEBRATIONS · GUJARAT, INDIA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8086" y="4409182"/>
            <a:ext cx="6223638" cy="938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Your celebration, built like an heirloom.</a:t>
            </a:r>
            <a:endParaRPr lang="en-US" sz="2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2138859"/>
            <a:ext cx="1105666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17740" y="2198688"/>
            <a:ext cx="1475941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STORY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8086" y="2521744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One family, caring for yours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698086" y="3407569"/>
            <a:ext cx="6223638" cy="118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 are a family house of flowers and celebrations from Gujarat.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 design, grow, build and light weddings with our own hands and our own team.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628242" y="6435130"/>
            <a:ext cx="851970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496715"/>
            <a:ext cx="6846716" cy="373489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37708" y="1914327"/>
            <a:ext cx="906440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157363" y="1974155"/>
            <a:ext cx="127671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FLORALS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037708" y="2297212"/>
            <a:ext cx="3462152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flowers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8037708" y="3083322"/>
            <a:ext cx="3462152" cy="177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Fresh floral design — garlands, mandap florals, installations, pathway petals.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Composed for your functions, your rituals and your colours.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1199036" y="6435130"/>
            <a:ext cx="85306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470448"/>
            <a:ext cx="137801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MANDAPS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269971" y="2793504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heart of the wedding.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269971" y="3679329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Custom-designed mandaps built for your traditions, your venue and your taste.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204096" y="6435130"/>
            <a:ext cx="84800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602879"/>
            <a:ext cx="2193870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40" y="1662708"/>
            <a:ext cx="256414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ENTRANCES &amp; PATHWAYS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985764"/>
            <a:ext cx="3462152" cy="2346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first moment your guests feel the celebration.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4531916"/>
            <a:ext cx="346215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Gateways, torans and walkways that welcome.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144" y="1496715"/>
            <a:ext cx="6846716" cy="3734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00822" y="6435130"/>
            <a:ext cx="851276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470448"/>
            <a:ext cx="232691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STAGES &amp; RECEPTIONS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269971" y="2793504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Stages and receptions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269971" y="3679329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Backdrops and stages designed for the photographs your family will keep forever.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199036" y="6435130"/>
            <a:ext cx="85306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358330"/>
            <a:ext cx="1356286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LIGHTING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269971" y="2681387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When the sun sets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269971" y="3567212"/>
            <a:ext cx="6223638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celebration changes costume.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Ambient, warm, unforgettable lighting for your evening functions.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203501" y="6435130"/>
            <a:ext cx="848597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777875"/>
            <a:ext cx="1208553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40" y="837704"/>
            <a:ext cx="157882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DETAILS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16076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small things guests remember</a:t>
            </a:r>
            <a:endParaRPr lang="en-US" sz="3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046585"/>
            <a:ext cx="1990675" cy="19907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8086" y="4286647"/>
            <a:ext cx="343228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Seating corners &amp; photo moments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98086" y="4992886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Intimate spaces designed for your guests to pause, gather and remember.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704" y="2046585"/>
            <a:ext cx="1990675" cy="19907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79704" y="428664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fragrance of fresh mogra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379704" y="4699595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scent that stays with your family long after the celebration ends.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322" y="2046585"/>
            <a:ext cx="1990675" cy="19907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61322" y="428664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Tuned to each function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8061322" y="4699595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Details composed for haldi, mehndi, pheras and reception — each one distinct.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1197052" y="6435130"/>
            <a:ext cx="855046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029791"/>
            <a:ext cx="1264710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40" y="1089620"/>
            <a:ext cx="163498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PROCESS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41267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How planning works</a:t>
            </a:r>
            <a:endParaRPr lang="en-US" sz="3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298502"/>
            <a:ext cx="10795524" cy="28566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857" y="3264376"/>
            <a:ext cx="1631831" cy="274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 meet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30857" y="3622307"/>
            <a:ext cx="1631831" cy="467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 listen to your needs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400816" y="3363558"/>
            <a:ext cx="1631831" cy="274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 design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400816" y="3721489"/>
            <a:ext cx="1631831" cy="467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Create your moodboard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270775" y="3264376"/>
            <a:ext cx="1631831" cy="274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You receive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270775" y="3622307"/>
            <a:ext cx="1631831" cy="467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Written proposal and plan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140734" y="3363558"/>
            <a:ext cx="1631831" cy="274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 build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140734" y="3721489"/>
            <a:ext cx="1631831" cy="467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Manage every detail for you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021082" y="3264376"/>
            <a:ext cx="1631831" cy="274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You celebrate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021082" y="3622307"/>
            <a:ext cx="1631831" cy="467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Enjoy the day with family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98086" y="5379442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clear, unhurried process — so your family can look forward to the day, not manage it.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1199036" y="6435130"/>
            <a:ext cx="85306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496715"/>
            <a:ext cx="6846716" cy="373489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37708" y="1780580"/>
            <a:ext cx="1590536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157363" y="1840409"/>
            <a:ext cx="1960811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PHILOSOPHY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037708" y="2163465"/>
            <a:ext cx="3462152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Made for your story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8037708" y="3536255"/>
            <a:ext cx="3462152" cy="14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Every wedding is designed fresh — for your family, your rituals, your budget conversation.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Nothing off the shelf.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1135439" y="6435130"/>
            <a:ext cx="916659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653679"/>
            <a:ext cx="2201807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RESPONSIBILITY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98086" y="197673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responsibility</a:t>
            </a:r>
            <a:endParaRPr lang="en-US" sz="3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862560"/>
            <a:ext cx="3465525" cy="10362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507" y="3087390"/>
            <a:ext cx="2914279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Your family enjoys. We carry the stress.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3035" y="2862560"/>
            <a:ext cx="3465525" cy="10362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89457" y="3087390"/>
            <a:ext cx="2914279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Disciplined crews and safe structures.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7985" y="2862560"/>
            <a:ext cx="3465624" cy="103624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354407" y="3087390"/>
            <a:ext cx="2914379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Full coordination with your venue and its rules.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098230"/>
            <a:ext cx="3465525" cy="10362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4507" y="4323060"/>
            <a:ext cx="2914279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Setup complete before your first guest arrives.</a:t>
            </a:r>
            <a:endParaRPr lang="en-US" sz="18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3035" y="4098230"/>
            <a:ext cx="3465525" cy="103624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689457" y="4323060"/>
            <a:ext cx="2914279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One person your family can always call.</a:t>
            </a:r>
            <a:endParaRPr lang="en-US" sz="1800" dirty="0"/>
          </a:p>
        </p:txBody>
      </p:sp>
      <p:sp>
        <p:nvSpPr>
          <p:cNvPr id="14" name="Text 7"/>
          <p:cNvSpPr/>
          <p:nvPr/>
        </p:nvSpPr>
        <p:spPr>
          <a:xfrm>
            <a:off x="11176117" y="6435130"/>
            <a:ext cx="875980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358330"/>
            <a:ext cx="1473262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WORK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269971" y="2681387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Moments we have built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269971" y="3567212"/>
            <a:ext cx="6223638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Weddings. Receptions. Haldi mornings. Evening celebrations.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Each one designed once, for one family.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150718" y="6435130"/>
            <a:ext cx="901380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845171"/>
            <a:ext cx="1543706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40" y="1905000"/>
            <a:ext cx="1913981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 WE OFFER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222805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 comes with us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698086" y="3113881"/>
            <a:ext cx="3465525" cy="1769368"/>
          </a:xfrm>
          <a:prstGeom prst="roundRect">
            <a:avLst>
              <a:gd name="adj" fmla="val 1691"/>
            </a:avLst>
          </a:prstGeom>
          <a:solidFill>
            <a:srgbClr val="315251"/>
          </a:solidFill>
          <a:ln/>
        </p:spPr>
      </p:sp>
      <p:sp>
        <p:nvSpPr>
          <p:cNvPr id="6" name="Text 4"/>
          <p:cNvSpPr/>
          <p:nvPr/>
        </p:nvSpPr>
        <p:spPr>
          <a:xfrm>
            <a:off x="897510" y="3313311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Design &amp; Flowers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7510" y="3726259"/>
            <a:ext cx="306667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Fresh florals, moodboards and full creative direction for every function.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63035" y="3113881"/>
            <a:ext cx="3465525" cy="1769368"/>
          </a:xfrm>
          <a:prstGeom prst="roundRect">
            <a:avLst>
              <a:gd name="adj" fmla="val 1691"/>
            </a:avLst>
          </a:prstGeom>
          <a:solidFill>
            <a:srgbClr val="315251"/>
          </a:solidFill>
          <a:ln/>
        </p:spPr>
      </p:sp>
      <p:sp>
        <p:nvSpPr>
          <p:cNvPr id="9" name="Text 7"/>
          <p:cNvSpPr/>
          <p:nvPr/>
        </p:nvSpPr>
        <p:spPr>
          <a:xfrm>
            <a:off x="4562460" y="3313311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Structures &amp; Lighting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62460" y="3726259"/>
            <a:ext cx="306667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Mandaps, stages, entrances and ambient lighting — built by our own team.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27985" y="3113881"/>
            <a:ext cx="3465624" cy="1769368"/>
          </a:xfrm>
          <a:prstGeom prst="roundRect">
            <a:avLst>
              <a:gd name="adj" fmla="val 1691"/>
            </a:avLst>
          </a:prstGeom>
          <a:solidFill>
            <a:srgbClr val="31525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7410" y="3313311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One Team, Start to Finish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7410" y="3726259"/>
            <a:ext cx="306677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Setup, on-day management and dismantling — handled completely by us.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149627" y="6435130"/>
            <a:ext cx="90247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236365"/>
            <a:ext cx="1699972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GET IN TOUCH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269971" y="155942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Begin your story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269971" y="2445246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Tell us your dates. We'll bring the flowers.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269971" y="2988766"/>
            <a:ext cx="3012107" cy="1181795"/>
          </a:xfrm>
          <a:prstGeom prst="roundRect">
            <a:avLst>
              <a:gd name="adj" fmla="val 2532"/>
            </a:avLst>
          </a:prstGeom>
          <a:solidFill>
            <a:srgbClr val="123332"/>
          </a:solidFill>
          <a:ln w="25399">
            <a:solidFill>
              <a:srgbClr val="4A6B6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94795" y="3213596"/>
            <a:ext cx="256245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WhatsApp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94795" y="3626545"/>
            <a:ext cx="256245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[number pending]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481503" y="2988766"/>
            <a:ext cx="3012107" cy="1181795"/>
          </a:xfrm>
          <a:prstGeom prst="roundRect">
            <a:avLst>
              <a:gd name="adj" fmla="val 2532"/>
            </a:avLst>
          </a:prstGeom>
          <a:solidFill>
            <a:srgbClr val="123332"/>
          </a:solidFill>
          <a:ln w="25399">
            <a:solidFill>
              <a:srgbClr val="4A6B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06327" y="3213596"/>
            <a:ext cx="256245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Phone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706327" y="3626545"/>
            <a:ext cx="256245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[number pending]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269971" y="4369991"/>
            <a:ext cx="6223638" cy="1181795"/>
          </a:xfrm>
          <a:prstGeom prst="roundRect">
            <a:avLst>
              <a:gd name="adj" fmla="val 2532"/>
            </a:avLst>
          </a:prstGeom>
          <a:solidFill>
            <a:srgbClr val="123332"/>
          </a:solidFill>
          <a:ln w="25399">
            <a:solidFill>
              <a:srgbClr val="4A6B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94795" y="4594820"/>
            <a:ext cx="577399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Location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94795" y="5007769"/>
            <a:ext cx="577399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Gujarat, India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1154687" y="6435130"/>
            <a:ext cx="89741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98086" y="191353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note from our family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997223" y="3023691"/>
            <a:ext cx="10496387" cy="194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This presentation introduces our work and design style.</a:t>
            </a:r>
            <a:endParaRPr lang="en-US" sz="1550" dirty="0"/>
          </a:p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Images are representative; every wedding we create is designed uniquely for each family.</a:t>
            </a:r>
            <a:endParaRPr lang="en-US" sz="1550" dirty="0"/>
          </a:p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Final designs, inclusions and pricing are always confirmed in a written proposal after a personal consultation.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 coordinate fully with your chosen venue and respect its guidelines at every step.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8086" y="2799358"/>
            <a:ext cx="25399" cy="2398415"/>
          </a:xfrm>
          <a:prstGeom prst="roundRect">
            <a:avLst>
              <a:gd name="adj" fmla="val 60001"/>
            </a:avLst>
          </a:prstGeom>
          <a:solidFill>
            <a:srgbClr val="EF9C82"/>
          </a:solidFill>
          <a:ln/>
        </p:spPr>
      </p:sp>
      <p:sp>
        <p:nvSpPr>
          <p:cNvPr id="6" name="Text 4"/>
          <p:cNvSpPr/>
          <p:nvPr/>
        </p:nvSpPr>
        <p:spPr>
          <a:xfrm>
            <a:off x="11151412" y="6435130"/>
            <a:ext cx="900685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PresentationFormat>Widescreen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Quattrocento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Mihir Zalavadiya</cp:lastModifiedBy>
  <cp:revision>2</cp:revision>
  <dcterms:created xsi:type="dcterms:W3CDTF">2026-07-24T21:12:20Z</dcterms:created>
  <dcterms:modified xsi:type="dcterms:W3CDTF">2026-07-24T21:21:19Z</dcterms:modified>
</cp:coreProperties>
</file>