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Editable meeting worksheet. This is not a completed client plan. Website answers are not automatically linked to this PowerPoint. Use the website for live selection and progress tracking.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વિધિ અને પૂજા / ગોર મહારાજ / પૂજારી</a:t>
            </a:r>
          </a:p>
          <a:p>
            <a:r>
              <a:t>PDF items: 41</a:t>
            </a:r>
          </a:p>
          <a:p/>
          <a:p>
            <a:r>
              <a:t>વિધિ અને પૂજા / બાજોઠ</a:t>
            </a:r>
          </a:p>
          <a:p>
            <a:r>
              <a:t>PDF items: 46</a:t>
            </a:r>
          </a:p>
          <a:p/>
          <a:p>
            <a:r>
              <a:t>વિધિ અને પૂજા / માટલાં / મટકી</a:t>
            </a:r>
          </a:p>
          <a:p>
            <a:r>
              <a:t>PDF items: 47</a:t>
            </a:r>
          </a:p>
          <a:p/>
          <a:p>
            <a:r>
              <a:t>વિધિ અને પૂજા / ચાક વધાવવાની વિધિ</a:t>
            </a:r>
          </a:p>
          <a:p>
            <a:r>
              <a:t>PDF items: 52</a:t>
            </a:r>
          </a:p>
          <a:p/>
          <a:p>
            <a:r>
              <a:t>Clarify: મૂળ યાદીમાં “ચાકોળ” શબ્દ છે; પરિવાર સાથે સ્થાનિક નામ અને સામગ્રી નક્કી કરવી.</a:t>
            </a:r>
          </a:p>
          <a:p/>
          <a:p>
            <a:r>
              <a:t>વિધિ અને પૂજા / પૂજાની સામગ્રી</a:t>
            </a:r>
          </a:p>
          <a:p>
            <a:r>
              <a:t>PDF items: 53</a:t>
            </a:r>
          </a:p>
          <a:p/>
          <a:p>
            <a:r>
              <a:t>વિધિ અને પૂજા / થાળી, વાટકી અને ચમચી</a:t>
            </a:r>
          </a:p>
          <a:p>
            <a:r>
              <a:t>PDF items: 54</a:t>
            </a:r>
          </a:p>
          <a:p/>
          <a:p>
            <a:r>
              <a:t>વિધિ અને પૂજા / ગણેશ સ્થાપના અને કુળદેવીની પૂજા</a:t>
            </a:r>
          </a:p>
          <a:p>
            <a:r>
              <a:t>PDF items: Added suggestion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વિધિ અને પૂજા / મુહૂર્ત અને વિધિક્રમની પુષ્ટિ</a:t>
            </a:r>
          </a:p>
          <a:p>
            <a:r>
              <a:t>PDF items: Added suggestion</a:t>
            </a:r>
          </a:p>
          <a:p/>
          <a:p>
            <a:r>
              <a:t>મંડપ અને બેઠક / વિધિ માટે સ્ટેજ</a:t>
            </a:r>
          </a:p>
          <a:p>
            <a:r>
              <a:t>PDF items: 42</a:t>
            </a:r>
          </a:p>
          <a:p/>
          <a:p>
            <a:r>
              <a:t>Clarify: મૂળ યાદીમાં બે સ્ટેજ છે; જરૂરી સંખ્યા જણાવો.</a:t>
            </a:r>
          </a:p>
          <a:p/>
          <a:p>
            <a:r>
              <a:t>મંડપ અને બેઠક / મંડપનું બેકડ્રોપ</a:t>
            </a:r>
          </a:p>
          <a:p>
            <a:r>
              <a:t>PDF items: 43</a:t>
            </a:r>
          </a:p>
          <a:p/>
          <a:p>
            <a:r>
              <a:t>મંડપ અને બેઠક / ગાદલાં, ગાદીપાટ અને તકિયા</a:t>
            </a:r>
          </a:p>
          <a:p>
            <a:r>
              <a:t>PDF items: 45, 48</a:t>
            </a:r>
          </a:p>
          <a:p/>
          <a:p>
            <a:r>
              <a:t>મંડપ અને બેઠક / ખુરશીઓ</a:t>
            </a:r>
          </a:p>
          <a:p>
            <a:r>
              <a:t>PDF items: 49</a:t>
            </a:r>
          </a:p>
          <a:p/>
          <a:p>
            <a:r>
              <a:t>મંડપ અને બેઠક / સોફા</a:t>
            </a:r>
          </a:p>
          <a:p>
            <a:r>
              <a:t>PDF items: 50</a:t>
            </a:r>
          </a:p>
          <a:p/>
          <a:p>
            <a:r>
              <a:t>મંડપ અને બેઠક / ડીજે / સંગીતની વ્યવસ્થા</a:t>
            </a:r>
          </a:p>
          <a:p>
            <a:r>
              <a:t>PDF items: 44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મંડપ અને બેઠક / ચા અને પાણીનું કાઉન્ટર</a:t>
            </a:r>
          </a:p>
          <a:p>
            <a:r>
              <a:t>PDF items: 51</a:t>
            </a:r>
          </a:p>
          <a:p/>
          <a:p>
            <a:r>
              <a:t>મંડપ અને બેઠક / તોરણ અને ફૂલોની સજાવટ</a:t>
            </a:r>
          </a:p>
          <a:p>
            <a:r>
              <a:t>PDF items: Added suggestion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સ્વાગત અને ગોઠવણ / મામેરાની ભેટો ગોઠવવા માટે ટેબલ</a:t>
            </a:r>
          </a:p>
          <a:p>
            <a:r>
              <a:t>PDF items: 55</a:t>
            </a:r>
          </a:p>
          <a:p/>
          <a:p>
            <a:r>
              <a:t>સ્વાગત અને ગોઠવણ / મહેમાનો માટે ખેસ</a:t>
            </a:r>
          </a:p>
          <a:p>
            <a:r>
              <a:t>PDF items: 56</a:t>
            </a:r>
          </a:p>
          <a:p/>
          <a:p>
            <a:r>
              <a:t>સ્વાગત અને ગોઠવણ / સોફા અને પરિવારની બેઠક</a:t>
            </a:r>
          </a:p>
          <a:p>
            <a:r>
              <a:t>PDF items: 60</a:t>
            </a:r>
          </a:p>
          <a:p/>
          <a:p>
            <a:r>
              <a:t>સ્વાગત અને ગોઠવણ / ભેટોની નામપટ્ટી અને નોંધણી</a:t>
            </a:r>
          </a:p>
          <a:p>
            <a:r>
              <a:t>PDF items: Added suggestion</a:t>
            </a:r>
          </a:p>
          <a:p/>
          <a:p>
            <a:r>
              <a:t>સ્વાગત અને ગોઠવણ / પરિવારના ફોટોગ્રાફ માટે જગ્યા</a:t>
            </a:r>
          </a:p>
          <a:p>
            <a:r>
              <a:t>PDF items: Added suggestion</a:t>
            </a:r>
          </a:p>
          <a:p/>
          <a:p>
            <a:r>
              <a:t>સંગીત અને મહેમાનગતિ / ડીજે</a:t>
            </a:r>
          </a:p>
          <a:p>
            <a:r>
              <a:t>PDF items: 57</a:t>
            </a:r>
          </a:p>
          <a:p/>
          <a:p>
            <a:r>
              <a:t>સંગીત અને મહેમાનગતિ / ઢોલી</a:t>
            </a:r>
          </a:p>
          <a:p>
            <a:r>
              <a:t>PDF items: 58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સંગીત અને મહેમાનગતિ / બેન્ડ</a:t>
            </a:r>
          </a:p>
          <a:p>
            <a:r>
              <a:t>PDF items: 59</a:t>
            </a:r>
          </a:p>
          <a:p/>
          <a:p>
            <a:r>
              <a:t>સંગીત અને મહેમાનગતિ / ચા, પાણી અને ઠંડાં પીણાંનું કાઉન્ટર</a:t>
            </a:r>
          </a:p>
          <a:p>
            <a:r>
              <a:t>PDF items: 61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સ્ટેજ અને સજાવટ / પ્રવેશદ્વારની સજાવટ</a:t>
            </a:r>
          </a:p>
          <a:p>
            <a:r>
              <a:t>PDF items: 62</a:t>
            </a:r>
          </a:p>
          <a:p/>
          <a:p>
            <a:r>
              <a:t>સ્ટેજ અને સજાવટ / વર-વધૂનું સ્ટેજ અને બેકડ્રોપ</a:t>
            </a:r>
          </a:p>
          <a:p>
            <a:r>
              <a:t>PDF items: 63, 64</a:t>
            </a:r>
          </a:p>
          <a:p/>
          <a:p>
            <a:r>
              <a:t>સ્ટેજ અને સજાવટ / સંગીતનું સ્ટેજ અને બેકડ્રોપ</a:t>
            </a:r>
          </a:p>
          <a:p>
            <a:r>
              <a:t>PDF items: 65, 66</a:t>
            </a:r>
          </a:p>
          <a:p/>
          <a:p>
            <a:r>
              <a:t>સ્ટેજ અને સજાવટ / બોલિવૂડ થીમનું સ્ટેજ</a:t>
            </a:r>
          </a:p>
          <a:p>
            <a:r>
              <a:t>PDF items: 67</a:t>
            </a:r>
          </a:p>
          <a:p/>
          <a:p>
            <a:r>
              <a:t>Clarify: મૂળ લખાણ અસ્પષ્ટ છે; “બોલિવૂડ નાઇટ”નો આશય છે કે નહીં તે નક્કી કરવું.</a:t>
            </a:r>
          </a:p>
          <a:p/>
          <a:p>
            <a:r>
              <a:t>સ્ટેજ અને સજાવટ / લાઇટિંગ ટ્રસ / બોક્સ</a:t>
            </a:r>
          </a:p>
          <a:p>
            <a:r>
              <a:t>PDF items: 68, 69</a:t>
            </a:r>
          </a:p>
          <a:p/>
          <a:p>
            <a:r>
              <a:t>Clarify: મૂળ યાદીમાં 60 × 60 અને 80 × 80 છે; માપનું એકમ અને ડિઝાઇન નક્કી કરવી.</a:t>
            </a:r>
          </a:p>
          <a:p/>
          <a:p>
            <a:r>
              <a:t>સ્ટેજ અને સજાવટ / ખુરશીઓ અને સોફા</a:t>
            </a:r>
          </a:p>
          <a:p>
            <a:r>
              <a:t>PDF items: 70, 71</a:t>
            </a:r>
          </a:p>
          <a:p/>
          <a:p>
            <a:r>
              <a:t>સ્ટેજ અને સજાવટ / રાઉન્ડ ટેબલ અને ખુરશીઓ</a:t>
            </a:r>
          </a:p>
          <a:p>
            <a:r>
              <a:t>PDF items: 72, 73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સ્ટેજ અને સજાવટ / નૃત્ય / રજૂઆત માટે પ્લેટફોર્મ</a:t>
            </a:r>
          </a:p>
          <a:p>
            <a:r>
              <a:t>PDF items: 77</a:t>
            </a:r>
          </a:p>
          <a:p/>
          <a:p>
            <a:r>
              <a:t>સ્ટેજ અને સજાવટ / એલઇડી સ્ક્રીન બેકડ્રોપ</a:t>
            </a:r>
          </a:p>
          <a:p>
            <a:r>
              <a:t>PDF items: 83</a:t>
            </a:r>
          </a:p>
          <a:p/>
          <a:p>
            <a:r>
              <a:t>સ્ટેજ અને સજાવટ / લાઇટિંગવાળો ડાન્સ ફ્લોર</a:t>
            </a:r>
          </a:p>
          <a:p>
            <a:r>
              <a:t>PDF items: 86</a:t>
            </a:r>
          </a:p>
          <a:p/>
          <a:p>
            <a:r>
              <a:t>કાર્યક્રમ અને પ્રવેશ / વર-વધૂના પ્રવેશની થીમ</a:t>
            </a:r>
          </a:p>
          <a:p>
            <a:r>
              <a:t>PDF items: 76</a:t>
            </a:r>
          </a:p>
          <a:p/>
          <a:p>
            <a:r>
              <a:t>કાર્યક્રમ અને પ્રવેશ / કોલ્ડ સ્પાર્ક ઇફેક્ટ</a:t>
            </a:r>
          </a:p>
          <a:p>
            <a:r>
              <a:t>PDF items: 78</a:t>
            </a:r>
          </a:p>
          <a:p/>
          <a:p>
            <a:r>
              <a:t>કાર્યક્રમ અને પ્રવેશ / ડ્રાય આઇસ ઇફેક્ટ</a:t>
            </a:r>
          </a:p>
          <a:p>
            <a:r>
              <a:t>PDF items: 79</a:t>
            </a:r>
          </a:p>
          <a:p/>
          <a:p>
            <a:r>
              <a:t>કાર્યક્રમ અને પ્રવેશ / બલૂનની સજાવટ</a:t>
            </a:r>
          </a:p>
          <a:p>
            <a:r>
              <a:t>PDF items: 80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કાર્યક્રમ અને પ્રવેશ / વિન્ટેજ કારથી પ્રવેશ</a:t>
            </a:r>
          </a:p>
          <a:p>
            <a:r>
              <a:t>PDF items: 81</a:t>
            </a:r>
          </a:p>
          <a:p/>
          <a:p>
            <a:r>
              <a:t>કાર્યક્રમ અને પ્રવેશ / સંચાલક / એન્કર</a:t>
            </a:r>
          </a:p>
          <a:p>
            <a:r>
              <a:t>PDF items: 82</a:t>
            </a:r>
          </a:p>
          <a:p/>
          <a:p>
            <a:r>
              <a:t>કાર્યક્રમ અને પ્રવેશ / સાઉન્ડ સિસ્ટમ અને માઇક્રોફોન</a:t>
            </a:r>
          </a:p>
          <a:p>
            <a:r>
              <a:t>PDF items: 84</a:t>
            </a:r>
          </a:p>
          <a:p/>
          <a:p>
            <a:r>
              <a:t>Clarify: વેન્યુ પ્રમાણે ક્ષમતા નક્કી કરવી; મૂળ યાદીમાં “વોલ્ટ” એકમ યોગ્ય નથી.</a:t>
            </a:r>
          </a:p>
          <a:p/>
          <a:p>
            <a:r>
              <a:t>કાર્યક્રમ અને પ્રવેશ / સ્મોક મશીન</a:t>
            </a:r>
          </a:p>
          <a:p>
            <a:r>
              <a:t>PDF items: 85</a:t>
            </a:r>
          </a:p>
          <a:p/>
          <a:p>
            <a:r>
              <a:t>કાર્યક્રમ અને પ્રવેશ / ગરબા / દાંડિયા અને જીવંત સંગીત</a:t>
            </a:r>
          </a:p>
          <a:p>
            <a:r>
              <a:t>PDF items: Added suggestion</a:t>
            </a:r>
          </a:p>
          <a:p/>
          <a:p>
            <a:r>
              <a:t>કાર્યક્રમ અને પ્રવેશ / કોરિયોગ્રાફર અને રિહર્સલ</a:t>
            </a:r>
          </a:p>
          <a:p>
            <a:r>
              <a:t>PDF items: Added suggestion</a:t>
            </a:r>
          </a:p>
          <a:p/>
          <a:p>
            <a:r>
              <a:t>કાર્યક્રમ અને પ્રવેશ / ગીતો, રજૂઆતનો ક્રમ અને સાઉન્ડ ચેક</a:t>
            </a:r>
          </a:p>
          <a:p>
            <a:r>
              <a:t>PDF items: Added suggestion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ખાણીપીણી / ચા, પાણી અને ઠંડાં પીણાંનું કાઉન્ટર</a:t>
            </a:r>
          </a:p>
          <a:p>
            <a:r>
              <a:t>PDF items: 74</a:t>
            </a:r>
          </a:p>
          <a:p/>
          <a:p>
            <a:r>
              <a:t>ખાણીપીણી / નાસ્તાનું સર્વિસ કાઉન્ટર</a:t>
            </a:r>
          </a:p>
          <a:p>
            <a:r>
              <a:t>PDF items: 75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સજાવટ અને સામગ્રી / પીઠીનું સ્ટેજ અને બેકડ્રોપ</a:t>
            </a:r>
          </a:p>
          <a:p>
            <a:r>
              <a:t>PDF items: 87, 88</a:t>
            </a:r>
          </a:p>
          <a:p/>
          <a:p>
            <a:r>
              <a:t>સજાવટ અને સામગ્રી / ખુરશીઓ અને ગાદીપાટ</a:t>
            </a:r>
          </a:p>
          <a:p>
            <a:r>
              <a:t>PDF items: 89, 90</a:t>
            </a:r>
          </a:p>
          <a:p/>
          <a:p>
            <a:r>
              <a:t>સજાવટ અને સામગ્રી / પીઠી માટે ટબ</a:t>
            </a:r>
          </a:p>
          <a:p>
            <a:r>
              <a:t>PDF items: 91</a:t>
            </a:r>
          </a:p>
          <a:p/>
          <a:p>
            <a:r>
              <a:t>સજાવટ અને સામગ્રી / ફૂલો અને પાંખડીઓ</a:t>
            </a:r>
          </a:p>
          <a:p>
            <a:r>
              <a:t>PDF items: 92</a:t>
            </a:r>
          </a:p>
          <a:p/>
          <a:p>
            <a:r>
              <a:t>સજાવટ અને સામગ્રી / બાજોઠ</a:t>
            </a:r>
          </a:p>
          <a:p>
            <a:r>
              <a:t>PDF items: 93</a:t>
            </a:r>
          </a:p>
          <a:p/>
          <a:p>
            <a:r>
              <a:t>સજાવટ અને સામગ્રી / સાફા</a:t>
            </a:r>
          </a:p>
          <a:p>
            <a:r>
              <a:t>PDF items: 96</a:t>
            </a:r>
          </a:p>
          <a:p/>
          <a:p>
            <a:r>
              <a:t>સજાવટ અને સામગ્રી / પીઠી, વાટકી અને લગાવવાના બ્રશ</a:t>
            </a:r>
          </a:p>
          <a:p>
            <a:r>
              <a:t>PDF items: Added suggestion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સજાવટ અને સામગ્રી / ટુવાલ, કપડાં બદલવાની જગ્યા અને સફાઈ</a:t>
            </a:r>
          </a:p>
          <a:p>
            <a:r>
              <a:t>PDF items: Added suggestion</a:t>
            </a:r>
          </a:p>
          <a:p/>
          <a:p>
            <a:r>
              <a:t>ઉજવણી અને મહેમાનગતિ / ડીજે</a:t>
            </a:r>
          </a:p>
          <a:p>
            <a:r>
              <a:t>PDF items: 94</a:t>
            </a:r>
          </a:p>
          <a:p/>
          <a:p>
            <a:r>
              <a:t>ઉજવણી અને મહેમાનગતિ / નાસિક ઢોલ</a:t>
            </a:r>
          </a:p>
          <a:p>
            <a:r>
              <a:t>PDF items: 95</a:t>
            </a:r>
          </a:p>
          <a:p/>
          <a:p>
            <a:r>
              <a:t>ઉજવણી અને મહેમાનગતિ / સંચાલક / એન્કર</a:t>
            </a:r>
          </a:p>
          <a:p>
            <a:r>
              <a:t>PDF items: 97</a:t>
            </a:r>
          </a:p>
          <a:p/>
          <a:p>
            <a:r>
              <a:t>Clarify: મૂળ શબ્દ “એંક” અધૂરો છે; સંચાલકનો આશય છે તે નક્કી કરવું.</a:t>
            </a:r>
          </a:p>
          <a:p/>
          <a:p>
            <a:r>
              <a:t>ઉજવણી અને મહેમાનગતિ / પીઠી માટે વિશેષ પ્રવેશ</a:t>
            </a:r>
          </a:p>
          <a:p>
            <a:r>
              <a:t>PDF items: 98</a:t>
            </a:r>
          </a:p>
          <a:p/>
          <a:p>
            <a:r>
              <a:t>Clarify: મૂળમાં “ડાગલા વાળી” છે; ડિઝાઇન / કલાકારનો પ્રકાર પૂછવો.</a:t>
            </a:r>
          </a:p>
          <a:p/>
          <a:p>
            <a:r>
              <a:t>ઉજવણી અને મહેમાનગતિ / નાસ્તા માટે સર્વિસ ટેબલ</a:t>
            </a:r>
          </a:p>
          <a:p>
            <a:r>
              <a:t>PDF items: 99</a:t>
            </a:r>
          </a:p>
          <a:p/>
          <a:p>
            <a:r>
              <a:t>ઉજવણી અને મહેમાનગતિ / ચા, પાણી અને ઠંડાં પીણાંનું કાઉન્ટર</a:t>
            </a:r>
          </a:p>
          <a:p>
            <a:r>
              <a:t>PDF items: 100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લગ્નવિધિ અને મંડપ / ગોર મહારાજ / પૂજારી</a:t>
            </a:r>
          </a:p>
          <a:p>
            <a:r>
              <a:t>PDF items: 101</a:t>
            </a:r>
          </a:p>
          <a:p/>
          <a:p>
            <a:r>
              <a:t>લગ્નવિધિ અને મંડપ / લગ્નમંડપ, સ્ટેજ અને બેકડ્રોપ</a:t>
            </a:r>
          </a:p>
          <a:p>
            <a:r>
              <a:t>PDF items: 102, 103, 104</a:t>
            </a:r>
          </a:p>
          <a:p/>
          <a:p>
            <a:r>
              <a:t>લગ્નવિધિ અને મંડપ / વિધિ જોવા માટે એલઇડી સ્ક્રીન</a:t>
            </a:r>
          </a:p>
          <a:p>
            <a:r>
              <a:t>PDF items: 105, 128</a:t>
            </a:r>
          </a:p>
          <a:p/>
          <a:p>
            <a:r>
              <a:t>લગ્નવિધિ અને મંડપ / હવનકુંડ, પૂજાસામગ્રી અને વાસણો</a:t>
            </a:r>
          </a:p>
          <a:p>
            <a:r>
              <a:t>PDF items: 106</a:t>
            </a:r>
          </a:p>
          <a:p/>
          <a:p>
            <a:r>
              <a:t>લગ્નવિધિ અને મંડપ / લગ્નગીત માટે બેઠક, ગાદલાં અને તકિયા</a:t>
            </a:r>
          </a:p>
          <a:p>
            <a:r>
              <a:t>PDF items: 107</a:t>
            </a:r>
          </a:p>
          <a:p/>
          <a:p>
            <a:r>
              <a:t>લગ્નવિધિ અને મંડપ / સોફા અને ખુરશીઓ</a:t>
            </a:r>
          </a:p>
          <a:p>
            <a:r>
              <a:t>PDF items: 108, 109</a:t>
            </a:r>
          </a:p>
          <a:p/>
          <a:p>
            <a:r>
              <a:t>લગ્નવિધિ અને મંડપ / સર્વિસ ટેબલ</a:t>
            </a:r>
          </a:p>
          <a:p>
            <a:r>
              <a:t>PDF items: 110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લગ્નવિધિ અને મંડપ / અંતરપટ અને પરંપરાગત વિધિની સામગ્રી</a:t>
            </a:r>
          </a:p>
          <a:p>
            <a:r>
              <a:t>PDF items: 114</a:t>
            </a:r>
          </a:p>
          <a:p/>
          <a:p>
            <a:r>
              <a:t>Clarify: મૂળમાં “૪-વકલ, હીમવામાં” અસ્પષ્ટ છે; વિધિ અને સામગ્રી પૂજારી સાથે નક્કી કરવી.</a:t>
            </a:r>
          </a:p>
          <a:p/>
          <a:p>
            <a:r>
              <a:t>લગ્નવિધિ અને મંડપ / મુહૂર્ત, ફેરા અને પરિવારની વિશેષ વિધિઓ</a:t>
            </a:r>
          </a:p>
          <a:p>
            <a:r>
              <a:t>PDF items: Added suggestion</a:t>
            </a:r>
          </a:p>
          <a:p/>
          <a:p>
            <a:r>
              <a:t>લગ્નવિધિ અને મંડપ / કન્યાના પ્રવેશ માટે ફૂલની ચાદર</a:t>
            </a:r>
          </a:p>
          <a:p>
            <a:r>
              <a:t>PDF items: Added suggestion</a:t>
            </a:r>
          </a:p>
          <a:p/>
          <a:p>
            <a:r>
              <a:t>લગ્નવિધિ અને મંડપ / વિદાય અને વાહનની સજાવટ</a:t>
            </a:r>
          </a:p>
          <a:p>
            <a:r>
              <a:t>PDF items: Added suggestion</a:t>
            </a:r>
          </a:p>
          <a:p/>
          <a:p>
            <a:r>
              <a:t>વરઘોડો અને સ્વાગત / બેન્ડ</a:t>
            </a:r>
          </a:p>
          <a:p>
            <a:r>
              <a:t>PDF items: 111</a:t>
            </a:r>
          </a:p>
          <a:p/>
          <a:p>
            <a:r>
              <a:t>વરઘોડો અને સ્વાગત / ડીજે</a:t>
            </a:r>
          </a:p>
          <a:p>
            <a:r>
              <a:t>PDF items: 112</a:t>
            </a:r>
          </a:p>
          <a:p/>
          <a:p>
            <a:r>
              <a:t>વરઘોડો અને સ્વાગત / સાફા અને સાફા બાંધનાર</a:t>
            </a:r>
          </a:p>
          <a:p>
            <a:r>
              <a:t>PDF items: 113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વરઘોડો અને સ્વાગત / ઘોડી / બગી</a:t>
            </a:r>
          </a:p>
          <a:p>
            <a:r>
              <a:t>PDF items: 115</a:t>
            </a:r>
          </a:p>
          <a:p/>
          <a:p>
            <a:r>
              <a:t>વરઘોડો અને સ્વાગત / ગોલ્ફ કાર્ટ / વિન્ટેજ કાર</a:t>
            </a:r>
          </a:p>
          <a:p>
            <a:r>
              <a:t>PDF items: 116</a:t>
            </a:r>
          </a:p>
          <a:p/>
          <a:p>
            <a:r>
              <a:t>વરઘોડો અને સ્વાગત / હાથી સાથે પ્રવેશ અંગે ચર્ચા</a:t>
            </a:r>
          </a:p>
          <a:p>
            <a:r>
              <a:t>PDF items: 117</a:t>
            </a:r>
          </a:p>
          <a:p/>
          <a:p>
            <a:r>
              <a:t>Clarify: મૂળ યાદીનો વિકલ્પ; ઉપલબ્ધતા, વેન્યુની મંજૂરી અને લાગુ નિયમો તપાસ્યા પછી જ નક્કી કરવો.</a:t>
            </a:r>
          </a:p>
          <a:p/>
          <a:p>
            <a:r>
              <a:t>વરઘોડો અને સ્વાગત / ગુલાબ અને ફૂલોથી મહેમાનોનું સ્વાગત</a:t>
            </a:r>
          </a:p>
          <a:p>
            <a:r>
              <a:t>PDF items: 118</a:t>
            </a:r>
          </a:p>
          <a:p/>
          <a:p>
            <a:r>
              <a:t>Clarify: મૂળમાં ફૂલની વસ્તુઓનાં નામ અસ્પષ્ટ છે; ગુલાબ, હાર કે પાંખડીઓ નક્કી કરવાં.</a:t>
            </a:r>
          </a:p>
          <a:p/>
          <a:p>
            <a:r>
              <a:t>વરઘોડો અને સ્વાગત / પોંખણું અને સ્વાગતની થાળી</a:t>
            </a:r>
          </a:p>
          <a:p>
            <a:r>
              <a:t>PDF items: Added suggestion</a:t>
            </a:r>
          </a:p>
          <a:p/>
          <a:p>
            <a:r>
              <a:t>વરઘોડો અને સ્વાગત / વરઘોડાનો માર્ગ અને સમયનું આયોજન</a:t>
            </a:r>
          </a:p>
          <a:p>
            <a:r>
              <a:t>PDF items: Added suggestion</a:t>
            </a:r>
          </a:p>
          <a:p/>
          <a:p>
            <a:r>
              <a:t>વરમાળા અને મહેમાનો / વરમાળાનું સ્ટેજ, બેકડ્રોપ અને થીમ</a:t>
            </a:r>
          </a:p>
          <a:p>
            <a:r>
              <a:t>PDF items: 119, 120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વરમાળા અને મહેમાનો / વરમાળાની જોડી</a:t>
            </a:r>
          </a:p>
          <a:p>
            <a:r>
              <a:t>PDF items: Added suggestion</a:t>
            </a:r>
          </a:p>
          <a:p/>
          <a:p>
            <a:r>
              <a:t>વરમાળા અને મહેમાનો / ગ્લાસ રેમ્પ / સ્ટેજ અને કોલ્ડ સ્પાર્ક</a:t>
            </a:r>
          </a:p>
          <a:p>
            <a:r>
              <a:t>PDF items: 121</a:t>
            </a:r>
          </a:p>
          <a:p/>
          <a:p>
            <a:r>
              <a:t>Clarify: મૂળમાં “ગ્લાસનો સ્ટેમ્પ” અસ્પષ્ટ છે; સ્ટેજ કે રેમ્પ તે નક્કી કરવું.</a:t>
            </a:r>
          </a:p>
          <a:p/>
          <a:p>
            <a:r>
              <a:t>વરમાળા અને મહેમાનો / ગ્લાસ રેમ્પ અને ડ્રાય આઇસ ઇફેક્ટ</a:t>
            </a:r>
          </a:p>
          <a:p>
            <a:r>
              <a:t>PDF items: 122</a:t>
            </a:r>
          </a:p>
          <a:p/>
          <a:p>
            <a:r>
              <a:t>વરમાળા અને મહેમાનો / ફોટો / સેલ્ફી પોઇન્ટ અને પ્રોપ્સ</a:t>
            </a:r>
          </a:p>
          <a:p>
            <a:r>
              <a:t>PDF items: 123</a:t>
            </a:r>
          </a:p>
          <a:p/>
          <a:p>
            <a:r>
              <a:t>વરમાળા અને મહેમાનો / ચા અને પાણીનું કાઉન્ટર</a:t>
            </a:r>
          </a:p>
          <a:p>
            <a:r>
              <a:t>PDF items: 124</a:t>
            </a:r>
          </a:p>
          <a:p/>
          <a:p>
            <a:r>
              <a:t>વરમાળા અને મહેમાનો / બાળકો માટે રમતો અને મનોરંજન</a:t>
            </a:r>
          </a:p>
          <a:p>
            <a:r>
              <a:t>PDF items: 125</a:t>
            </a:r>
          </a:p>
          <a:p/>
          <a:p>
            <a:r>
              <a:t>Clarify: મૂળમાં “જમ્પિંગ, ડાગલા” છે; સાધનો અને દેખરેખ નક્કી કરવી.</a:t>
            </a:r>
          </a:p>
          <a:p/>
          <a:p>
            <a:r>
              <a:t>વરમાળા અને મહેમાનો / બાળકો માટે નાસ્તાનો સ્ટોલ</a:t>
            </a:r>
          </a:p>
          <a:p>
            <a:r>
              <a:t>PDF items: 126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વરમાળા અને મહેમાનો / પરંપરાગત જમણ માટે બેઠક / પંગત</a:t>
            </a:r>
          </a:p>
          <a:p>
            <a:r>
              <a:t>PDF items: 127</a:t>
            </a:r>
          </a:p>
          <a:p/>
          <a:p>
            <a:r>
              <a:t>Clarify: મૂળમાં “પંચોળું” છે; બેઠકનો પ્રકાર અને સંખ્યા પરિવાર સાથે નક્કી કરવી.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કલાકારો અને સજાવટ / કન્યા માટે મહેંદી કલાકાર અને સમય</a:t>
            </a:r>
          </a:p>
          <a:p>
            <a:r>
              <a:t>PDF items: Added suggestion</a:t>
            </a:r>
          </a:p>
          <a:p/>
          <a:p>
            <a:r>
              <a:t>કલાકારો અને સજાવટ / પરિવાર અને મહેમાનો માટે મહેંદી કલાકારો</a:t>
            </a:r>
          </a:p>
          <a:p>
            <a:r>
              <a:t>PDF items: Added suggestion</a:t>
            </a:r>
          </a:p>
          <a:p/>
          <a:p>
            <a:r>
              <a:t>કલાકારો અને સજાવટ / મહેંદીનું સ્ટેજ અને સજાવટ</a:t>
            </a:r>
          </a:p>
          <a:p>
            <a:r>
              <a:t>PDF items: Added suggestion</a:t>
            </a:r>
          </a:p>
          <a:p/>
          <a:p>
            <a:r>
              <a:t>કલાકારો અને સજાવટ / આરામદાયક બેઠક અને યોગ્ય પ્રકાશ</a:t>
            </a:r>
          </a:p>
          <a:p>
            <a:r>
              <a:t>PDF items: Added suggestion</a:t>
            </a:r>
          </a:p>
          <a:p/>
          <a:p>
            <a:r>
              <a:t>કલાકારો અને સજાવટ / ફૂલોના આભૂષણ અને બંગડીનું કાઉન્ટર</a:t>
            </a:r>
          </a:p>
          <a:p>
            <a:r>
              <a:t>PDF items: Added suggestion</a:t>
            </a:r>
          </a:p>
          <a:p/>
          <a:p>
            <a:r>
              <a:t>કલાકારો અને સજાવટ / સંગીત, રમતો અને સંચાલક</a:t>
            </a:r>
          </a:p>
          <a:p>
            <a:r>
              <a:t>PDF items: Added suggestion</a:t>
            </a:r>
          </a:p>
          <a:p/>
          <a:p>
            <a:r>
              <a:t>કલાકારો અને સજાવટ / નાસ્તો અને પીણાં</a:t>
            </a:r>
          </a:p>
          <a:p>
            <a:r>
              <a:t>PDF items: Added suggestion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કલાકારો અને સજાવટ / મહેંદી સુકાવવાની જગ્યા અને સહાયકો</a:t>
            </a:r>
          </a:p>
          <a:p>
            <a:r>
              <a:t>PDF items: Added suggestion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મહેમાનો અને ઉજવણી / વર-વધૂનું સ્ટેજ અને બેકડ્રોપ</a:t>
            </a:r>
          </a:p>
          <a:p>
            <a:r>
              <a:t>PDF items: Added suggestion</a:t>
            </a:r>
          </a:p>
          <a:p/>
          <a:p>
            <a:r>
              <a:t>મહેમાનો અને ઉજવણી / પ્રવેશદ્વાર, નામપટ્ટી અને સ્વાગત ડેસ્ક</a:t>
            </a:r>
          </a:p>
          <a:p>
            <a:r>
              <a:t>PDF items: Added suggestion</a:t>
            </a:r>
          </a:p>
          <a:p/>
          <a:p>
            <a:r>
              <a:t>મહેમાનો અને ઉજવણી / મહેમાનોની બેઠક અને ટેબલ પ્લાન</a:t>
            </a:r>
          </a:p>
          <a:p>
            <a:r>
              <a:t>PDF items: Added suggestion</a:t>
            </a:r>
          </a:p>
          <a:p/>
          <a:p>
            <a:r>
              <a:t>મહેમાનો અને ઉજવણી / ફોટોગ્રાફી માટે કતારનું સંચાલન</a:t>
            </a:r>
          </a:p>
          <a:p>
            <a:r>
              <a:t>PDF items: Added suggestion</a:t>
            </a:r>
          </a:p>
          <a:p/>
          <a:p>
            <a:r>
              <a:t>મહેમાનો અને ઉજવણી / જીવંત સંગીત / ડીજે / સંચાલક</a:t>
            </a:r>
          </a:p>
          <a:p>
            <a:r>
              <a:t>PDF items: Added suggestion</a:t>
            </a:r>
          </a:p>
          <a:p/>
          <a:p>
            <a:r>
              <a:t>મહેમાનો અને ઉજવણી / કેક અને કપલ ડાન્સ</a:t>
            </a:r>
          </a:p>
          <a:p>
            <a:r>
              <a:t>PDF items: Added suggestion</a:t>
            </a:r>
          </a:p>
          <a:p/>
          <a:p>
            <a:r>
              <a:t>મહેમાનો અને ઉજવણી / ભોજન કાઉન્ટર અને મેનુ</a:t>
            </a:r>
          </a:p>
          <a:p>
            <a:r>
              <a:t>PDF items: Added suggestion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મહેમાનો અને ઉજવણી / ભેટો અને કવરની સુરક્ષિત વ્યવસ્થા</a:t>
            </a:r>
          </a:p>
          <a:p>
            <a:r>
              <a:t>PDF items: Added suggestion</a:t>
            </a:r>
          </a:p>
          <a:p/>
          <a:p>
            <a:r>
              <a:t>મહેમાનો અને ઉજવણી / વિદાયભેટ અને મહેમાનોની રવાના વ્યવસ્થા</a:t>
            </a:r>
          </a:p>
          <a:p>
            <a:r>
              <a:t>PDF items: Added suggestion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પ્રકાશ, વીજળી અને વેન્યુ / મેદાન અને બિલ્ડિંગની લાઇટિંગ</a:t>
            </a:r>
          </a:p>
          <a:p>
            <a:r>
              <a:t>PDF items: 129, 130</a:t>
            </a:r>
          </a:p>
          <a:p/>
          <a:p>
            <a:r>
              <a:t>પ્રકાશ, વીજળી અને વેન્યુ / આંબાના ઝાડની સજાવટ</a:t>
            </a:r>
          </a:p>
          <a:p>
            <a:r>
              <a:t>PDF items: 131</a:t>
            </a:r>
          </a:p>
          <a:p/>
          <a:p>
            <a:r>
              <a:t>પ્રકાશ, વીજળી અને વેન્યુ / ઝાડની લાઇટિંગ</a:t>
            </a:r>
          </a:p>
          <a:p>
            <a:r>
              <a:t>PDF items: 144</a:t>
            </a:r>
          </a:p>
          <a:p/>
          <a:p>
            <a:r>
              <a:t>પ્રકાશ, વીજળી અને વેન્યુ / કૂલર, પંખા અને હીટર</a:t>
            </a:r>
          </a:p>
          <a:p>
            <a:r>
              <a:t>PDF items: 132, 133, 134</a:t>
            </a:r>
          </a:p>
          <a:p/>
          <a:p>
            <a:r>
              <a:t>પ્રકાશ, વીજળી અને વેન્યુ / વીજળીના પ્લગ પોઇન્ટ</a:t>
            </a:r>
          </a:p>
          <a:p>
            <a:r>
              <a:t>PDF items: 135</a:t>
            </a:r>
          </a:p>
          <a:p/>
          <a:p>
            <a:r>
              <a:t>પ્રકાશ, વીજળી અને વેન્યુ / મોબાઇલ ચાર્જિંગ પોઇન્ટ</a:t>
            </a:r>
          </a:p>
          <a:p>
            <a:r>
              <a:t>PDF items: 136</a:t>
            </a:r>
          </a:p>
          <a:p/>
          <a:p>
            <a:r>
              <a:t>પ્રકાશ, વીજળી અને વેન્યુ / વિડિયો ટીમ માટે ટેબલ અને વીજળી</a:t>
            </a:r>
          </a:p>
          <a:p>
            <a:r>
              <a:t>PDF items: 137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પ્રકાશ, વીજળી અને વેન્યુ / વેન્યુમાં બેકગ્રાઉન્ડ સંગીત</a:t>
            </a:r>
          </a:p>
          <a:p>
            <a:r>
              <a:t>PDF items: 143</a:t>
            </a:r>
          </a:p>
          <a:p/>
          <a:p>
            <a:r>
              <a:t>પ્રકાશ, વીજળી અને વેન્યુ / સાઇલેન્ટ જનરેટર</a:t>
            </a:r>
          </a:p>
          <a:p>
            <a:r>
              <a:t>PDF items: 150</a:t>
            </a:r>
          </a:p>
          <a:p/>
          <a:p>
            <a:r>
              <a:t>પ્રકાશ, વીજળી અને વેન્યુ / જનરેટરના ડીઝલનો ખર્ચ અને જવાબદારી</a:t>
            </a:r>
          </a:p>
          <a:p>
            <a:r>
              <a:t>PDF items: 151</a:t>
            </a:r>
          </a:p>
          <a:p/>
          <a:p>
            <a:r>
              <a:t>Clarify: મૂળમાં ડીઝલનો ખર્ચ ક્લાયન્ટનો છે; અંતિમ કરારમાં જવાબદારી નક્કી કરવી.</a:t>
            </a:r>
          </a:p>
          <a:p/>
          <a:p>
            <a:r>
              <a:t>પ્રકાશ, વીજળી અને વેન્યુ / વરસાદ માટે વૈકલ્પિક સ્થળ / કવર</a:t>
            </a:r>
          </a:p>
          <a:p>
            <a:r>
              <a:t>PDF items: Added suggestion</a:t>
            </a:r>
          </a:p>
          <a:p/>
          <a:p>
            <a:r>
              <a:t>પ્રકાશ, વીજળી અને વેન્યુ / સેટઅપ, વેન્યુ હસ્તાંતરણ અને સામાન હટાવવાનો સમય</a:t>
            </a:r>
          </a:p>
          <a:p>
            <a:r>
              <a:t>PDF items: Added suggestion</a:t>
            </a:r>
          </a:p>
          <a:p/>
          <a:p>
            <a:r>
              <a:t>સુવિધા અને સંચાલન / સુરક્ષા કર્મચારીઓ અને વિશેષ સુરક્ષા</a:t>
            </a:r>
          </a:p>
          <a:p>
            <a:r>
              <a:t>PDF items: 138, 139</a:t>
            </a:r>
          </a:p>
          <a:p/>
          <a:p>
            <a:r>
              <a:t>સુવિધા અને સંચાલન / વેલે પાર્કિંગ, ડેસ્ક, બેનર અને ટોકન</a:t>
            </a:r>
          </a:p>
          <a:p>
            <a:r>
              <a:t>PDF items: 140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સુવિધા અને સંચાલન / કચરાપેટી અને સફાઈ</a:t>
            </a:r>
          </a:p>
          <a:p>
            <a:r>
              <a:t>PDF items: 141</a:t>
            </a:r>
          </a:p>
          <a:p/>
          <a:p>
            <a:r>
              <a:t>સુવિધા અને સંચાલન / અગ્નિશામક સાધનો</a:t>
            </a:r>
          </a:p>
          <a:p>
            <a:r>
              <a:t>PDF items: 142</a:t>
            </a:r>
          </a:p>
          <a:p/>
          <a:p>
            <a:r>
              <a:t>સુવિધા અને સંચાલન / સ્વાગત માટે “પ્યારો” — વિગત નક્કી કરવી</a:t>
            </a:r>
          </a:p>
          <a:p>
            <a:r>
              <a:t>PDF items: 145</a:t>
            </a:r>
          </a:p>
          <a:p/>
          <a:p>
            <a:r>
              <a:t>Clarify: મૂળ શબ્દનો ચોક્કસ અર્થ સ્પષ્ટ નથી; આયોજક સાથે વસ્તુ / વ્યક્તિ નક્કી કરવી.</a:t>
            </a:r>
          </a:p>
          <a:p/>
          <a:p>
            <a:r>
              <a:t>સુવિધા અને સંચાલન / મહેમાનો માટે વિદાયભેટ</a:t>
            </a:r>
          </a:p>
          <a:p>
            <a:r>
              <a:t>PDF items: 146</a:t>
            </a:r>
          </a:p>
          <a:p/>
          <a:p>
            <a:r>
              <a:t>સુવિધા અને સંચાલન / મેકઅપ, હેરસ્ટાઇલ અને ગ્રૂમિંગ</a:t>
            </a:r>
          </a:p>
          <a:p>
            <a:r>
              <a:t>PDF items: 147, 148</a:t>
            </a:r>
          </a:p>
          <a:p/>
          <a:p>
            <a:r>
              <a:t>સુવિધા અને સંચાલન / હોટેલમાં પ્રતિભાવ બોક્સ</a:t>
            </a:r>
          </a:p>
          <a:p>
            <a:r>
              <a:t>PDF items: 149</a:t>
            </a:r>
          </a:p>
          <a:p/>
          <a:p>
            <a:r>
              <a:t>સુવિધા અને સંચાલન / વૃદ્ધો અને દિવ્યાંગ મહેમાનો માટે સુલભતા</a:t>
            </a:r>
          </a:p>
          <a:p>
            <a:r>
              <a:t>PDF items: Added suggestion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સુવિધા અને સંચાલન / સ્વચ્છ શૌચાલય અને સહાયક સ્ટાફ</a:t>
            </a:r>
          </a:p>
          <a:p>
            <a:r>
              <a:t>PDF items: Added suggestion</a:t>
            </a:r>
          </a:p>
          <a:p/>
          <a:p>
            <a:r>
              <a:t>સુવિધા અને સંચાલન / પ્રાથમિક સારવાર અને તાત્કાલિક સંપર્કો</a:t>
            </a:r>
          </a:p>
          <a:p>
            <a:r>
              <a:t>PDF items: Added suggestion</a:t>
            </a:r>
          </a:p>
          <a:p/>
          <a:p>
            <a:r>
              <a:t>સુવિધા અને સંચાલન / બાળકો માટે દેખરેખ અને ખોવાયેલ વસ્તુઓનો ડેસ્ક</a:t>
            </a:r>
          </a:p>
          <a:p>
            <a:r>
              <a:t>PDF items: Added suggestion</a:t>
            </a:r>
          </a:p>
          <a:p/>
          <a:p>
            <a:r>
              <a:t>સુવિધા અને સંચાલન / વેન્યુના અવાજ, ઇફેક્ટ અને સમયના નિયમોની પુષ્ટિ</a:t>
            </a:r>
          </a:p>
          <a:p>
            <a:r>
              <a:t>PDF items: Added suggestion</a:t>
            </a:r>
          </a:p>
          <a:p/>
          <a:p>
            <a:r>
              <a:t>યાદો અને આયોજન / ફોટોગ્રાફી અને વિડિયોગ્રાફી</a:t>
            </a:r>
          </a:p>
          <a:p>
            <a:r>
              <a:t>PDF items: Added suggestion</a:t>
            </a:r>
          </a:p>
          <a:p/>
          <a:p>
            <a:r>
              <a:t>યાદો અને આયોજન / ડ્રોન શૂટ માટે ઉપલબ્ધતા અને મંજૂરી તપાસવી</a:t>
            </a:r>
          </a:p>
          <a:p>
            <a:r>
              <a:t>PDF items: Added suggestion</a:t>
            </a:r>
          </a:p>
          <a:p/>
          <a:p>
            <a:r>
              <a:t>યાદો અને આયોજન / મહત્વના ફોટા અને પરિવારના ગ્રુપની યાદી</a:t>
            </a:r>
          </a:p>
          <a:p>
            <a:r>
              <a:t>PDF items: Added suggestion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યાદો અને આયોજન / આમંત્રણપત્ર, ડિજિટલ આમંત્રણ અને RSVP</a:t>
            </a:r>
          </a:p>
          <a:p>
            <a:r>
              <a:t>PDF items: Added suggestion</a:t>
            </a:r>
          </a:p>
          <a:p/>
          <a:p>
            <a:r>
              <a:t>યાદો અને આયોજન / બજેટ, કોટેશન અને ચુકવણીનો સમયપત્રક</a:t>
            </a:r>
          </a:p>
          <a:p>
            <a:r>
              <a:t>PDF items: Added suggestion</a:t>
            </a:r>
          </a:p>
          <a:p/>
          <a:p>
            <a:r>
              <a:t>યાદો અને આયોજન / વેન્ડર બુકિંગ, આગોતરી રકમ અને બાકી ચુકવણી</a:t>
            </a:r>
          </a:p>
          <a:p>
            <a:r>
              <a:t>PDF items: Added suggestion</a:t>
            </a:r>
          </a:p>
          <a:p/>
          <a:p>
            <a:r>
              <a:t>યાદો અને આયોજન / પરિવારના સંપર્ક વ્યક્તિ અને કાર્યક્રમ સંચાલક</a:t>
            </a:r>
          </a:p>
          <a:p>
            <a:r>
              <a:t>PDF items: Added suggestion</a:t>
            </a:r>
          </a:p>
          <a:p/>
          <a:p>
            <a:r>
              <a:t>યાદો અને આયોજન / વધારાની માંગ અને અંતિમ મંજૂરીની નોંધ</a:t>
            </a:r>
          </a:p>
          <a:p>
            <a:r>
              <a:t>PDF items: Added suggestion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આગમન અને રોકાણ / ઇવેન્ટ ઓફિસ / સંકલન ડેસ્ક</a:t>
            </a:r>
          </a:p>
          <a:p>
            <a:r>
              <a:t>PDF items: 1</a:t>
            </a:r>
          </a:p>
          <a:p/>
          <a:p>
            <a:r>
              <a:t>આગમન અને રોકાણ / ટીમ માટે વૉકી-ટૉકી</a:t>
            </a:r>
          </a:p>
          <a:p>
            <a:r>
              <a:t>PDF items: 2</a:t>
            </a:r>
          </a:p>
          <a:p/>
          <a:p>
            <a:r>
              <a:t>આગમન અને રોકાણ / મહેમાનો માટે પિકઅપ અને ડ્રોપ</a:t>
            </a:r>
          </a:p>
          <a:p>
            <a:r>
              <a:t>PDF items: 3</a:t>
            </a:r>
          </a:p>
          <a:p/>
          <a:p>
            <a:r>
              <a:t>Clarify: મૂળમાં ત્રણ દિવસ માટે અર્ટિગા છે; વાહન, દિવસ અને સંખ્યા નક્કી કરો.</a:t>
            </a:r>
          </a:p>
          <a:p/>
          <a:p>
            <a:r>
              <a:t>આગમન અને રોકાણ / રેલવે સ્ટેશન પર સ્વાગત</a:t>
            </a:r>
          </a:p>
          <a:p>
            <a:r>
              <a:t>PDF items: 4</a:t>
            </a:r>
          </a:p>
          <a:p/>
          <a:p>
            <a:r>
              <a:t>આગમન અને રોકાણ / સામાન માટે નામના ટૅગ</a:t>
            </a:r>
          </a:p>
          <a:p>
            <a:r>
              <a:t>PDF items: 5</a:t>
            </a:r>
          </a:p>
          <a:p/>
          <a:p>
            <a:r>
              <a:t>આગમન અને રોકાણ / મહેમાનોની ગાડી માટે ટૅગ</a:t>
            </a:r>
          </a:p>
          <a:p>
            <a:r>
              <a:t>PDF items: 6</a:t>
            </a:r>
          </a:p>
          <a:p/>
          <a:p>
            <a:r>
              <a:t>આગમન અને રોકાણ / રૂમ નંબરના ટૅગ / રૂમ ફાળવણી</a:t>
            </a:r>
          </a:p>
          <a:p>
            <a:r>
              <a:t>PDF items: 7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આગમન અને રોકાણ / સામાન ચડાવવા-ઉતારવા માટે સહાયકો</a:t>
            </a:r>
          </a:p>
          <a:p>
            <a:r>
              <a:t>PDF items: 8</a:t>
            </a:r>
          </a:p>
          <a:p/>
          <a:p>
            <a:r>
              <a:t>આગમન અને રોકાણ / પ્રસંગ પ્રમાણે માર્ગદર્શક સ્ટેન્ડી</a:t>
            </a:r>
          </a:p>
          <a:p>
            <a:r>
              <a:t>PDF items: 9</a:t>
            </a:r>
          </a:p>
          <a:p/>
          <a:p>
            <a:r>
              <a:t>આગમન અને રોકાણ / રૂમમાં કાર્યક્રમની પત્રિકા</a:t>
            </a:r>
          </a:p>
          <a:p>
            <a:r>
              <a:t>PDF items: 10</a:t>
            </a:r>
          </a:p>
          <a:p/>
          <a:p>
            <a:r>
              <a:t>આગમન અને રોકાણ / તાત્કાલિક સંપર્ક નંબરની યાદી</a:t>
            </a:r>
          </a:p>
          <a:p>
            <a:r>
              <a:t>PDF items: 11</a:t>
            </a:r>
          </a:p>
          <a:p/>
          <a:p>
            <a:r>
              <a:t>આગમન અને રોકાણ / જાનના આગમન અને રવાના થવાનો સમય</a:t>
            </a:r>
          </a:p>
          <a:p>
            <a:r>
              <a:t>PDF items: Added suggestion</a:t>
            </a:r>
          </a:p>
          <a:p/>
          <a:p>
            <a:r>
              <a:t>આગમન અને રોકાણ / એરપોર્ટ ટ્રાન્સફર અને મુસાફરીની વિગતો</a:t>
            </a:r>
          </a:p>
          <a:p>
            <a:r>
              <a:t>PDF items: Added suggestion</a:t>
            </a:r>
          </a:p>
          <a:p/>
          <a:p>
            <a:r>
              <a:t>આગમન અને રોકાણ / હોટેલ ચેક-ઇન, ચેક-આઉટ અને હેલ્પ ડેસ્ક</a:t>
            </a:r>
          </a:p>
          <a:p>
            <a:r>
              <a:t>PDF items: Added suggestion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મહેમાનોની સુવિધા / કપડાં ધોવા અને ઇસ્ત્રીની સેવા</a:t>
            </a:r>
          </a:p>
          <a:p>
            <a:r>
              <a:t>PDF items: 12</a:t>
            </a:r>
          </a:p>
          <a:p/>
          <a:p>
            <a:r>
              <a:t>મહેમાનોની સુવિધા / મસાજની સેવા</a:t>
            </a:r>
          </a:p>
          <a:p>
            <a:r>
              <a:t>PDF items: 13</a:t>
            </a:r>
          </a:p>
          <a:p/>
          <a:p>
            <a:r>
              <a:t>મહેમાનોની સુવિધા / હેરકટ / વાળંદની સેવા</a:t>
            </a:r>
          </a:p>
          <a:p>
            <a:r>
              <a:t>PDF items: 14</a:t>
            </a:r>
          </a:p>
          <a:p/>
          <a:p>
            <a:r>
              <a:t>મહેમાનોની સુવિધા / બ્યુટી પાર્લર / મેકઅપની સેવા</a:t>
            </a:r>
          </a:p>
          <a:p>
            <a:r>
              <a:t>PDF items: 15</a:t>
            </a:r>
          </a:p>
          <a:p/>
          <a:p>
            <a:r>
              <a:t>મહેમાનોની સુવિધા / બૂટ પોલિશની સેવા</a:t>
            </a:r>
          </a:p>
          <a:p>
            <a:r>
              <a:t>PDF items: 16</a:t>
            </a:r>
          </a:p>
          <a:p/>
          <a:p>
            <a:r>
              <a:t>મહેમાનોની સુવિધા / ડૉક્ટર / તબીબી સહાયની વ્યવસ્થા</a:t>
            </a:r>
          </a:p>
          <a:p>
            <a:r>
              <a:t>PDF items: 17</a:t>
            </a:r>
          </a:p>
          <a:p/>
          <a:p>
            <a:r>
              <a:t>મહેમાનોની સુવિધા / રૂમ કિટ: ફળ, કૂકીઝ, ઠંડાં પીણાં અને સૂકો મેવો</a:t>
            </a:r>
          </a:p>
          <a:p>
            <a:r>
              <a:t>PDF items: 18, 19, 20, 21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મહેમાનોની સુવિધા / સ્વાગત પીણાં: શરબત, નાળિયેર પાણી, ચા, કોફી અને પાણી</a:t>
            </a:r>
          </a:p>
          <a:p>
            <a:r>
              <a:t>PDF items: 22, 23, 24, 25, 26</a:t>
            </a:r>
          </a:p>
          <a:p/>
          <a:p>
            <a:r>
              <a:t>મહેમાનોની સુવિધા / પરિવારના લોગોવાળી પાણીની બોટલ</a:t>
            </a:r>
          </a:p>
          <a:p>
            <a:r>
              <a:t>PDF items: 27</a:t>
            </a:r>
          </a:p>
          <a:p/>
          <a:p>
            <a:r>
              <a:t>મહેમાનોની સુવિધા / મહેમાનના નામવાળી ભેટ</a:t>
            </a:r>
          </a:p>
          <a:p>
            <a:r>
              <a:t>PDF items: 28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મેનુ અને સર્વિસ / ફળોના રસ</a:t>
            </a:r>
          </a:p>
          <a:p>
            <a:r>
              <a:t>PDF items: 29</a:t>
            </a:r>
          </a:p>
          <a:p/>
          <a:p>
            <a:r>
              <a:t>મેનુ અને સર્વિસ / આઇસક્રીમ</a:t>
            </a:r>
          </a:p>
          <a:p>
            <a:r>
              <a:t>PDF items: 30</a:t>
            </a:r>
          </a:p>
          <a:p/>
          <a:p>
            <a:r>
              <a:t>મેનુ અને સર્વિસ / ગરમ દૂધ</a:t>
            </a:r>
          </a:p>
          <a:p>
            <a:r>
              <a:t>PDF items: 31</a:t>
            </a:r>
          </a:p>
          <a:p/>
          <a:p>
            <a:r>
              <a:t>મેનુ અને સર્વિસ / ઠંડાં પીણાં</a:t>
            </a:r>
          </a:p>
          <a:p>
            <a:r>
              <a:t>PDF items: 32</a:t>
            </a:r>
          </a:p>
          <a:p/>
          <a:p>
            <a:r>
              <a:t>મેનુ અને સર્વિસ / શેકેલો સૂકો મેવો</a:t>
            </a:r>
          </a:p>
          <a:p>
            <a:r>
              <a:t>PDF items: 33</a:t>
            </a:r>
          </a:p>
          <a:p/>
          <a:p>
            <a:r>
              <a:t>મેનુ અને સર્વિસ / ફળોની ડિશ</a:t>
            </a:r>
          </a:p>
          <a:p>
            <a:r>
              <a:t>PDF items: 34</a:t>
            </a:r>
          </a:p>
          <a:p/>
          <a:p>
            <a:r>
              <a:t>મેનુ અને સર્વિસ / સવારના નાસ્તાનું મેનુ</a:t>
            </a:r>
          </a:p>
          <a:p>
            <a:r>
              <a:t>PDF items: 35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મેનુ અને સર્વિસ / બપોરના ભોજનનું મેનુ</a:t>
            </a:r>
          </a:p>
          <a:p>
            <a:r>
              <a:t>PDF items: 36</a:t>
            </a:r>
          </a:p>
          <a:p/>
          <a:p>
            <a:r>
              <a:t>મેનુ અને સર્વિસ / સાંજના ભોજનનું મેનુ</a:t>
            </a:r>
          </a:p>
          <a:p>
            <a:r>
              <a:t>PDF items: 37</a:t>
            </a:r>
          </a:p>
          <a:p/>
          <a:p>
            <a:r>
              <a:t>મેનુ અને સર્વિસ / ભોજન માટે રાઉન્ડ ટેબલ, ખુરશીઓ અને સર્વિસ ટેબલ</a:t>
            </a:r>
          </a:p>
          <a:p>
            <a:r>
              <a:t>PDF items: 38, 39, 40</a:t>
            </a:r>
          </a:p>
          <a:p/>
          <a:p>
            <a:r>
              <a:t>મેનુ અને સર્વિસ / જૈન / સાત્ત્વિક / શાકાહારી મેનુ</a:t>
            </a:r>
          </a:p>
          <a:p>
            <a:r>
              <a:t>PDF items: Added suggestion</a:t>
            </a:r>
          </a:p>
          <a:p/>
          <a:p>
            <a:r>
              <a:t>મેનુ અને સર્વિસ / એલર્જી, ડાયાબિટીસ અને અન્ય આહાર જરૂરિયાતો</a:t>
            </a:r>
          </a:p>
          <a:p>
            <a:r>
              <a:t>PDF items: Added suggestion</a:t>
            </a:r>
          </a:p>
          <a:p/>
          <a:p>
            <a:r>
              <a:t>મેનુ અને સર્વિસ / બાળકો અને વડીલો માટે ખાસ ભોજન</a:t>
            </a:r>
          </a:p>
          <a:p>
            <a:r>
              <a:t>PDF items: Added suggestion</a:t>
            </a:r>
          </a:p>
          <a:p/>
          <a:p>
            <a:r>
              <a:t>મેનુ અને સર્વિસ / મેનુ ટેસ્ટિંગ અને અંતિમ મહેમાન સંખ્યા</a:t>
            </a:r>
          </a:p>
          <a:p>
            <a:r>
              <a:t>PDF items: Added suggestion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મેનુ અને સર્વિસ / વેન્ડર અને સ્ટાફ માટે ભોજન</a:t>
            </a:r>
          </a:p>
          <a:p>
            <a:r>
              <a:t>PDF items: Added suggestion</a:t>
            </a:r>
          </a:p>
          <a:p/>
          <a:p>
            <a:r>
              <a:t>મેનુ અને સર્વિસ / પીવાનું પાણી, સ્વચ્છતા અને વધેલા ભોજનનું આયોજન</a:t>
            </a:r>
          </a:p>
          <a:p>
            <a:r>
              <a:t>PDF items: Added suggestion</a:t>
            </a:r>
          </a:p>
          <a:p/>
          <a:p>
            <a:r>
              <a:t>Tick slots: in PowerPoint edit view, select a blank text box inside a square and type a check mark (✓). The first column means requested; the second means arrangement confirmed. Use website for interactive ticking in a client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403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al-mandap-01.jpg"/>
          <p:cNvPicPr>
            <a:picLocks noChangeAspect="1"/>
          </p:cNvPicPr>
          <p:nvPr/>
        </p:nvPicPr>
        <p:blipFill>
          <a:blip r:embed="rId2"/>
          <a:srcRect l="17113" r="17113"/>
          <a:stretch>
            <a:fillRect/>
          </a:stretch>
        </p:blipFill>
        <p:spPr>
          <a:xfrm>
            <a:off x="7680960" y="0"/>
            <a:ext cx="4510735" cy="6858000"/>
          </a:xfrm>
          <a:prstGeom prst="rect">
            <a:avLst/>
          </a:prstGeom>
        </p:spPr>
      </p:pic>
      <p:pic>
        <p:nvPicPr>
          <p:cNvPr id="3" name="Picture 2" descr="lion-guardi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502920"/>
            <a:ext cx="59436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8720" y="5486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J.VARDHAN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932688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9A263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LUXE WEDDINGS &amp; EVENTS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6629400" cy="2377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43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તમારાં લગ્ન.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43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દરેક વિગત, સાથે મળીને.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434840"/>
            <a:ext cx="640080" cy="22860"/>
          </a:xfrm>
          <a:prstGeom prst="rect">
            <a:avLst/>
          </a:prstGeom>
          <a:solidFill>
            <a:srgbClr val="C9A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મંડપ રોપણથી વિદાય સુધી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ક્લાયન્ટ મીટિંગ માટે પસંદગીની યાદી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9A263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ગુજરાતી આવૃત્તિ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mandap-01.jpg"/>
          <p:cNvPicPr>
            <a:picLocks noChangeAspect="1"/>
          </p:cNvPicPr>
          <p:nvPr/>
        </p:nvPicPr>
        <p:blipFill>
          <a:blip r:embed="rId2"/>
          <a:srcRect l="5494" r="5494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01 / તમારી ઉજવણી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06403C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મંડપ રોપણ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શુભ શરૂઆત, પરિવારની પરંપરા પ્રમાણે.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પસંદ   નક્કી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જરૂરિયાત / પસંદગી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ગોર મહારાજ / પૂજારી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બાજોઠ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83564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600200" y="341071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માટલાં / મટકી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94759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8992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083564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1600200" y="3831336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ચાક વધાવવાની વિધિ *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215384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8992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1083564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1600200" y="42519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પૂજાની સામગ્રી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636008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78992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212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1083564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1600200" y="467258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થાળી, વાટકી અને ચમચી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5663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78992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3212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1083564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1600200" y="509320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ગણેશ સ્થાપના અને કુળદેવીની પૂજા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47725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ખાસ નોંધ / સંખ્યા / જવાબદારી: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તારીખ: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સમય: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મહેમાનો: ________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C798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* ચિહ્નવાળી વિગત સાથે નક્કી કરવી.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1 / 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J.VARDHAN / ક્લાયન્ટ મીટિંગ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mandap-01.jpg"/>
          <p:cNvPicPr>
            <a:picLocks noChangeAspect="1"/>
          </p:cNvPicPr>
          <p:nvPr/>
        </p:nvPicPr>
        <p:blipFill>
          <a:blip r:embed="rId2"/>
          <a:srcRect l="5494" r="5494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01 / તમારી ઉજવણી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06403C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મંડપ રોપણ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શુભ શરૂઆત, પરિવારની પરંપરા પ્રમાણે.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પસંદ   નક્કી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જરૂરિયાત / પસંદગી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મુહૂર્ત અને વિધિક્રમની પુષ્ટિ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વિધિ માટે સ્ટેજ *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83564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600200" y="341071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મંડપનું બેકડ્રોપ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94759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8992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083564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1600200" y="3831336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ગાદલાં, ગાદીપાટ અને તકિયા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215384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8992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1083564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1600200" y="42519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ખુરશીઓ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636008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78992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212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1083564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1600200" y="467258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સોફા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5663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78992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3212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1083564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1600200" y="509320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ડીજે / સંગીતની વ્યવસ્થા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47725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ખાસ નોંધ / સંખ્યા / જવાબદારી: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તારીખ: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સમય: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મહેમાનો: ________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C798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* ચિહ્નવાળી વિગત સાથે નક્કી કરવી.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2 / 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J.VARDHAN / ક્લાયન્ટ મીટિંગ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mandap-01.jpg"/>
          <p:cNvPicPr>
            <a:picLocks noChangeAspect="1"/>
          </p:cNvPicPr>
          <p:nvPr/>
        </p:nvPicPr>
        <p:blipFill>
          <a:blip r:embed="rId2"/>
          <a:srcRect l="5494" r="5494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01 / તમારી ઉજવણી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06403C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મંડપ રોપણ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શુભ શરૂઆત, પરિવારની પરંપરા પ્રમાણે.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પસંદ   નક્કી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જરૂરિયાત / પસંદગી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ચા અને પાણીનું કાઉન્ટર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તોરણ અને ફૂલોની સજાવટ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ખાસ નોંધ / સંખ્યા / જવાબદારી: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તારીખ: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સમય: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મહેમાનો: ________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C798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પસંદગી → ચર્ચા → પુષ્ટિ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3 /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J.VARDHAN / ક્લાયન્ટ મીટિંગ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mandap-muhurat-10.jpg"/>
          <p:cNvPicPr>
            <a:picLocks noChangeAspect="1"/>
          </p:cNvPicPr>
          <p:nvPr/>
        </p:nvPicPr>
        <p:blipFill>
          <a:blip r:embed="rId2"/>
          <a:srcRect l="16621" r="16621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02 / તમારી ઉજવણી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06403C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મામેરું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પરિવારનું સ્વાગત અને ભેટોની સુંદર ગોઠવણ.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પસંદ   નક્કી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જરૂરિયાત / પસંદગી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મામેરાની ભેટો ગોઠવવા માટે ટેબલ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મહેમાનો માટે ખેસ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83564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600200" y="341071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સોફા અને પરિવારની બેઠક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94759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8992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083564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1600200" y="3831336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ભેટોની નામપટ્ટી અને નોંધણી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215384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8992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1083564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1600200" y="42519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પરિવારના ફોટોગ્રાફ માટે જગ્યા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636008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78992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212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1083564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1600200" y="467258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ડીજે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5663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78992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3212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1083564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1600200" y="509320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ઢોલી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47725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ખાસ નોંધ / સંખ્યા / જવાબદારી: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તારીખ: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સમય: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મહેમાનો: ________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C798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પસંદગી → ચર્ચા → પુષ્ટિ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1 / 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J.VARDHAN / ક્લાયન્ટ મીટિંગ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mandap-muhurat-10.jpg"/>
          <p:cNvPicPr>
            <a:picLocks noChangeAspect="1"/>
          </p:cNvPicPr>
          <p:nvPr/>
        </p:nvPicPr>
        <p:blipFill>
          <a:blip r:embed="rId2"/>
          <a:srcRect l="16621" r="16621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02 / તમારી ઉજવણી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06403C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મામેરું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પરિવારનું સ્વાગત અને ભેટોની સુંદર ગોઠવણ.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પસંદ   નક્કી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જરૂરિયાત / પસંદગી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બેન્ડ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ચા, પાણી અને ઠંડાં પીણાંનું કાઉન્ટર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ખાસ નોંધ / સંખ્યા / જવાબદારી: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તારીખ: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સમય: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મહેમાનો: ________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C798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પસંદગી → ચર્ચા → પુષ્ટિ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2 /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J.VARDHAN / ક્લાયન્ટ મીટિંગ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sangeet-night-decore-07.jpg"/>
          <p:cNvPicPr>
            <a:picLocks noChangeAspect="1"/>
          </p:cNvPicPr>
          <p:nvPr/>
        </p:nvPicPr>
        <p:blipFill>
          <a:blip r:embed="rId2"/>
          <a:srcRect t="7710" b="7710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03 / તમારી ઉજવણી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06403C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સંગીત સંધ્યા અને ગરબા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સંગીત, નૃત્ય અને સૌ સાથે ઉજવણી.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પસંદ   નક્કી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જરૂરિયાત / પસંદગી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પ્રવેશદ્વારની સજાવટ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વર-વધૂનું સ્ટેજ અને બેકડ્રોપ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83564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600200" y="341071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સંગીતનું સ્ટેજ અને બેકડ્રોપ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94759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8992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083564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1600200" y="3831336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બોલિવૂડ થીમનું સ્ટેજ *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215384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8992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1083564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1600200" y="42519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લાઇટિંગ ટ્રસ / બોક્સ *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636008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78992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212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1083564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1600200" y="467258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ખુરશીઓ અને સોફા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5663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78992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3212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1083564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1600200" y="509320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રાઉન્ડ ટેબલ અને ખુરશીઓ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47725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ખાસ નોંધ / સંખ્યા / જવાબદારી: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તારીખ: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સમય: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મહેમાનો: ________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C798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* ચિહ્નવાળી વિગત સાથે નક્કી કરવી.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1 / 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J.VARDHAN / ક્લાયન્ટ મીટિંગ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sangeet-night-decore-07.jpg"/>
          <p:cNvPicPr>
            <a:picLocks noChangeAspect="1"/>
          </p:cNvPicPr>
          <p:nvPr/>
        </p:nvPicPr>
        <p:blipFill>
          <a:blip r:embed="rId2"/>
          <a:srcRect t="7710" b="7710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03 / તમારી ઉજવણી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06403C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સંગીત સંધ્યા અને ગરબા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સંગીત, નૃત્ય અને સૌ સાથે ઉજવણી.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પસંદ   નક્કી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જરૂરિયાત / પસંદગી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નૃત્ય / રજૂઆત માટે પ્લેટફોર્મ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એલઇડી સ્ક્રીન બેકડ્રોપ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83564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600200" y="341071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લાઇટિંગવાળો ડાન્સ ફ્લોર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94759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8992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083564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1600200" y="3831336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વર-વધૂના પ્રવેશની થીમ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215384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8992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1083564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1600200" y="42519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કોલ્ડ સ્પાર્ક ઇફેક્ટ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636008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78992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212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1083564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1600200" y="467258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ડ્રાય આઇસ ઇફેક્ટ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5663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78992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3212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1083564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1600200" y="509320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બલૂનની સજાવટ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47725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ખાસ નોંધ / સંખ્યા / જવાબદારી: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તારીખ: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સમય: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મહેમાનો: ________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C798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પસંદગી → ચર્ચા → પુષ્ટિ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2 / 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J.VARDHAN / ક્લાયન્ટ મીટિંગ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sangeet-night-decore-07.jpg"/>
          <p:cNvPicPr>
            <a:picLocks noChangeAspect="1"/>
          </p:cNvPicPr>
          <p:nvPr/>
        </p:nvPicPr>
        <p:blipFill>
          <a:blip r:embed="rId2"/>
          <a:srcRect t="7710" b="7710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03 / તમારી ઉજવણી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06403C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સંગીત સંધ્યા અને ગરબા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સંગીત, નૃત્ય અને સૌ સાથે ઉજવણી.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પસંદ   નક્કી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જરૂરિયાત / પસંદગી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વિન્ટેજ કારથી પ્રવેશ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સંચાલક / એન્કર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83564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600200" y="341071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સાઉન્ડ સિસ્ટમ અને માઇક્રોફોન *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94759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8992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083564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1600200" y="3831336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સ્મોક મશીન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215384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8992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1083564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1600200" y="42519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ગરબા / દાંડિયા અને જીવંત સંગીત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636008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78992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212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1083564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1600200" y="467258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કોરિયોગ્રાફર અને રિહર્સલ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5663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78992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3212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1083564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1600200" y="509320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ગીતો, રજૂઆતનો ક્રમ અને સાઉન્ડ ચેક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47725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ખાસ નોંધ / સંખ્યા / જવાબદારી: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તારીખ: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સમય: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મહેમાનો: ________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C798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* ચિહ્નવાળી વિગત સાથે નક્કી કરવી.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3 / 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J.VARDHAN / ક્લાયન્ટ મીટિંગ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sangeet-night-decore-07.jpg"/>
          <p:cNvPicPr>
            <a:picLocks noChangeAspect="1"/>
          </p:cNvPicPr>
          <p:nvPr/>
        </p:nvPicPr>
        <p:blipFill>
          <a:blip r:embed="rId2"/>
          <a:srcRect t="7710" b="7710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03 / તમારી ઉજવણી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06403C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સંગીત સંધ્યા અને ગરબા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સંગીત, નૃત્ય અને સૌ સાથે ઉજવણી.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પસંદ   નક્કી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જરૂરિયાત / પસંદગી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ચા, પાણી અને ઠંડાં પીણાંનું કાઉન્ટર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નાસ્તાનું સર્વિસ કાઉન્ટર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ખાસ નોંધ / સંખ્યા / જવાબદારી: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તારીખ: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સમય: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મહેમાનો: ________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C798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પસંદગી → ચર્ચા → પુષ્ટિ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4 /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J.VARDHAN / ક્લાયન્ટ મીટિંગ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haldi-10.jpg"/>
          <p:cNvPicPr>
            <a:picLocks noChangeAspect="1"/>
          </p:cNvPicPr>
          <p:nvPr/>
        </p:nvPicPr>
        <p:blipFill>
          <a:blip r:embed="rId2"/>
          <a:srcRect l="16621" r="16621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04 / તમારી ઉજવણી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06403C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પીઠી / હલ્દી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હળદરના રંગે, હાસ્ય અને ફૂલોની વચ્ચે.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પસંદ   નક્કી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જરૂરિયાત / પસંદગી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પીઠીનું સ્ટેજ અને બેકડ્રોપ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ખુરશીઓ અને ગાદીપાટ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83564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600200" y="341071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પીઠી માટે ટબ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94759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8992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083564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1600200" y="3831336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ફૂલો અને પાંખડીઓ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215384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8992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1083564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1600200" y="42519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બાજોઠ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636008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78992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212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1083564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1600200" y="467258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સાફા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5663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78992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3212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1083564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1600200" y="509320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પીઠી, વાટકી અને લગાવવાના બ્રશ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47725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ખાસ નોંધ / સંખ્યા / જવાબદારી: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તારીખ: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સમય: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મહેમાનો: ________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C798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પસંદગી → ચર્ચા → પુષ્ટિ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1 / 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J.VARDHAN / ક્લાયન્ટ મીટિંગ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haldi-10.jpg"/>
          <p:cNvPicPr>
            <a:picLocks noChangeAspect="1"/>
          </p:cNvPicPr>
          <p:nvPr/>
        </p:nvPicPr>
        <p:blipFill>
          <a:blip r:embed="rId2"/>
          <a:srcRect l="16621" r="16621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04 / તમારી ઉજવણી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06403C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પીઠી / હલ્દી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હળદરના રંગે, હાસ્ય અને ફૂલોની વચ્ચે.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પસંદ   નક્કી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જરૂરિયાત / પસંદગી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ટુવાલ, કપડાં બદલવાની જગ્યા અને સફાઈ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ડીજે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83564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600200" y="341071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નાસિક ઢોલ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94759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8992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083564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1600200" y="3831336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સંચાલક / એન્કર *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215384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8992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1083564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1600200" y="42519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પીઠી માટે વિશેષ પ્રવેશ *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636008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78992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212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1083564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1600200" y="467258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નાસ્તા માટે સર્વિસ ટેબલ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5663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78992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3212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1083564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1600200" y="509320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ચા, પાણી અને ઠંડાં પીણાંનું કાઉન્ટર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47725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ખાસ નોંધ / સંખ્યા / જવાબદારી: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તારીખ: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સમય: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મહેમાનો: ________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C798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* ચિહ્નવાળી વિગત સાથે નક્કી કરવી.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2 / 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J.VARDHAN / ક્લાયન્ટ મીટિંગ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mandap-04.jpg"/>
          <p:cNvPicPr>
            <a:picLocks noChangeAspect="1"/>
          </p:cNvPicPr>
          <p:nvPr/>
        </p:nvPicPr>
        <p:blipFill>
          <a:blip r:embed="rId2"/>
          <a:srcRect l="3872" r="3872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05 / તમારી ઉજવણી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06403C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લગ્ન, વરઘોડો અને વરમાળા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વિધિથી વિદાય સુધી, દરેક ક્ષણનું આયોજન.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પસંદ   નક્કી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જરૂરિયાત / પસંદગી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ગોર મહારાજ / પૂજારી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લગ્નમંડપ, સ્ટેજ અને બેકડ્રોપ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83564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600200" y="341071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વિધિ જોવા માટે એલઇડી સ્ક્રીન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94759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8992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083564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1600200" y="3831336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હવનકુંડ, પૂજાસામગ્રી અને વાસણો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215384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8992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1083564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1600200" y="42519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લગ્નગીત માટે બેઠક, ગાદલાં અને તકિયા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636008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78992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212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1083564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1600200" y="467258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સોફા અને ખુરશીઓ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5663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78992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3212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1083564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1600200" y="509320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સર્વિસ ટેબલ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47725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ખાસ નોંધ / સંખ્યા / જવાબદારી: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તારીખ: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સમય: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મહેમાનો: ________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C798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પસંદગી → ચર્ચા → પુષ્ટિ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1 / 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J.VARDHAN / ક્લાયન્ટ મીટિંગ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mandap-04.jpg"/>
          <p:cNvPicPr>
            <a:picLocks noChangeAspect="1"/>
          </p:cNvPicPr>
          <p:nvPr/>
        </p:nvPicPr>
        <p:blipFill>
          <a:blip r:embed="rId2"/>
          <a:srcRect l="3872" r="3872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05 / તમારી ઉજવણી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06403C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લગ્ન, વરઘોડો અને વરમાળા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વિધિથી વિદાય સુધી, દરેક ક્ષણનું આયોજન.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પસંદ   નક્કી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જરૂરિયાત / પસંદગી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અંતરપટ અને પરંપરાગત વિધિની સામગ્રી 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મુહૂર્ત, ફેરા અને પરિવારની વિશેષ વિધિઓ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83564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600200" y="341071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કન્યાના પ્રવેશ માટે ફૂલની ચાદર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94759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8992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083564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1600200" y="3831336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વિદાય અને વાહનની સજાવટ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215384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8992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1083564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1600200" y="42519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બેન્ડ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636008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78992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212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1083564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1600200" y="467258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ડીજે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5663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78992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3212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1083564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1600200" y="509320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સાફા અને સાફા બાંધનાર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47725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ખાસ નોંધ / સંખ્યા / જવાબદારી: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તારીખ: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સમય: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મહેમાનો: ________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C798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* ચિહ્નવાળી વિગત સાથે નક્કી કરવી.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2 / 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J.VARDHAN / ક્લાયન્ટ મીટિંગ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mandap-04.jpg"/>
          <p:cNvPicPr>
            <a:picLocks noChangeAspect="1"/>
          </p:cNvPicPr>
          <p:nvPr/>
        </p:nvPicPr>
        <p:blipFill>
          <a:blip r:embed="rId2"/>
          <a:srcRect l="3872" r="3872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05 / તમારી ઉજવણી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06403C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લગ્ન, વરઘોડો અને વરમાળા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વિધિથી વિદાય સુધી, દરેક ક્ષણનું આયોજન.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પસંદ   નક્કી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જરૂરિયાત / પસંદગી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ઘોડી / બગી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ગોલ્ફ કાર્ટ / વિન્ટેજ કાર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83564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600200" y="341071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હાથી સાથે પ્રવેશ અંગે ચર્ચા *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94759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8992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083564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1600200" y="3831336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ગુલાબ અને ફૂલોથી મહેમાનોનું સ્વાગત *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215384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8992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1083564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1600200" y="42519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પોંખણું અને સ્વાગતની થાળી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636008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78992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212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1083564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1600200" y="467258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વરઘોડાનો માર્ગ અને સમયનું આયોજન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5663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78992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3212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1083564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1600200" y="509320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વરમાળાનું સ્ટેજ, બેકડ્રોપ અને થીમ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47725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ખાસ નોંધ / સંખ્યા / જવાબદારી: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તારીખ: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સમય: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મહેમાનો: ________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C798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* ચિહ્નવાળી વિગત સાથે નક્કી કરવી.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3 / 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J.VARDHAN / ક્લાયન્ટ મીટિંગ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mandap-04.jpg"/>
          <p:cNvPicPr>
            <a:picLocks noChangeAspect="1"/>
          </p:cNvPicPr>
          <p:nvPr/>
        </p:nvPicPr>
        <p:blipFill>
          <a:blip r:embed="rId2"/>
          <a:srcRect l="3872" r="3872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05 / તમારી ઉજવણી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06403C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લગ્ન, વરઘોડો અને વરમાળા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વિધિથી વિદાય સુધી, દરેક ક્ષણનું આયોજન.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પસંદ   નક્કી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જરૂરિયાત / પસંદગી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વરમાળાની જોડી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ગ્લાસ રેમ્પ / સ્ટેજ અને કોલ્ડ સ્પાર્ક *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83564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600200" y="341071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ગ્લાસ રેમ્પ અને ડ્રાય આઇસ ઇફેક્ટ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94759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8992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083564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1600200" y="3831336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ફોટો / સેલ્ફી પોઇન્ટ અને પ્રોપ્સ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215384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8992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1083564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1600200" y="42519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ચા અને પાણીનું કાઉન્ટર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636008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78992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212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1083564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1600200" y="467258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બાળકો માટે રમતો અને મનોરંજન *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5663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78992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3212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1083564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1600200" y="509320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બાળકો માટે નાસ્તાનો સ્ટોલ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47725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ખાસ નોંધ / સંખ્યા / જવાબદારી: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તારીખ: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સમય: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મહેમાનો: ________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C798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* ચિહ્નવાળી વિગત સાથે નક્કી કરવી.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4 / 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J.VARDHAN / ક્લાયન્ટ મીટિંગ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mandap-04.jpg"/>
          <p:cNvPicPr>
            <a:picLocks noChangeAspect="1"/>
          </p:cNvPicPr>
          <p:nvPr/>
        </p:nvPicPr>
        <p:blipFill>
          <a:blip r:embed="rId2"/>
          <a:srcRect l="3872" r="3872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05 / તમારી ઉજવણી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06403C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લગ્ન, વરઘોડો અને વરમાળા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વિધિથી વિદાય સુધી, દરેક ક્ષણનું આયોજન.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પસંદ   નક્કી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જરૂરિયાત / પસંદગી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પરંપરાગત જમણ માટે બેઠક / પંગત 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ખાસ નોંધ / સંખ્યા / જવાબદારી: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તારીખ: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સમય: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મહેમાનો: ________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C798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* ચિહ્નવાળી વિગત સાથે નક્કી કરવી.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5 /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J.VARDHAN / ક્લાયન્ટ મીટિંગ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haldi-12.jpg"/>
          <p:cNvPicPr>
            <a:picLocks noChangeAspect="1"/>
          </p:cNvPicPr>
          <p:nvPr/>
        </p:nvPicPr>
        <p:blipFill>
          <a:blip r:embed="rId2"/>
          <a:srcRect t="12535" b="12535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06 / તમારી ઉજવણી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06403C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મહેંદી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વધારાનો પ્રસંગ — તમારા આયોજનમાં હોય તો પસંદ કરો.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પસંદ   નક્કી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જરૂરિયાત / પસંદગી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કન્યા માટે મહેંદી કલાકાર અને સમય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પરિવાર અને મહેમાનો માટે મહેંદી કલાકારો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83564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600200" y="341071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મહેંદીનું સ્ટેજ અને સજાવટ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94759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8992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083564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1600200" y="3831336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આરામદાયક બેઠક અને યોગ્ય પ્રકાશ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215384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8992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1083564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1600200" y="42519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ફૂલોના આભૂષણ અને બંગડીનું કાઉન્ટર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636008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78992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212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1083564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1600200" y="467258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સંગીત, રમતો અને સંચાલક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5663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78992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3212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1083564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1600200" y="509320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નાસ્તો અને પીણાં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47725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ખાસ નોંધ / સંખ્યા / જવાબદારી: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તારીખ: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સમય: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મહેમાનો: ________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C798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પસંદગી → ચર્ચા → પુષ્ટિ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1 / 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J.VARDHAN / ક્લાયન્ટ મીટિંગ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haldi-12.jpg"/>
          <p:cNvPicPr>
            <a:picLocks noChangeAspect="1"/>
          </p:cNvPicPr>
          <p:nvPr/>
        </p:nvPicPr>
        <p:blipFill>
          <a:blip r:embed="rId2"/>
          <a:srcRect t="12535" b="12535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06 / તમારી ઉજવણી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06403C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મહેંદી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વધારાનો પ્રસંગ — તમારા આયોજનમાં હોય તો પસંદ કરો.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પસંદ   નક્કી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જરૂરિયાત / પસંદગી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મહેંદી સુકાવવાની જગ્યા અને સહાયકો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ખાસ નોંધ / સંખ્યા / જવાબદારી: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તારીખ: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સમય: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મહેમાનો: ________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C798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પસંદગી → ચર્ચા → પુષ્ટિ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2 /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J.VARDHAN / ક્લાયન્ટ મીટિંગ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stage-decore-02.jpg"/>
          <p:cNvPicPr>
            <a:picLocks noChangeAspect="1"/>
          </p:cNvPicPr>
          <p:nvPr/>
        </p:nvPicPr>
        <p:blipFill>
          <a:blip r:embed="rId2"/>
          <a:srcRect t="4223" b="4223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07 / તમારી ઉજવણી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06403C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સત્કાર સમારંભ / રિસેપ્શન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વધારાનો પ્રસંગ — શુભેચ્છાઓ અને યાદગાર મુલાકાતો.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પસંદ   નક્કી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જરૂરિયાત / પસંદગી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વર-વધૂનું સ્ટેજ અને બેકડ્રોપ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પ્રવેશદ્વાર, નામપટ્ટી અને સ્વાગત ડેસ્ક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83564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600200" y="341071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મહેમાનોની બેઠક અને ટેબલ પ્લાન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94759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8992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083564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1600200" y="3831336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ફોટોગ્રાફી માટે કતારનું સંચાલન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215384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8992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1083564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1600200" y="42519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જીવંત સંગીત / ડીજે / સંચાલક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636008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78992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212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1083564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1600200" y="467258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કેક અને કપલ ડાન્સ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5663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78992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3212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1083564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1600200" y="509320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ભોજન કાઉન્ટર અને મેનુ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47725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ખાસ નોંધ / સંખ્યા / જવાબદારી: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તારીખ: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સમય: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મહેમાનો: ________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C798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પસંદગી → ચર્ચા → પુષ્ટિ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1 / 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J.VARDHAN / ક્લાયન્ટ મીટિંગ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stage-decore-02.jpg"/>
          <p:cNvPicPr>
            <a:picLocks noChangeAspect="1"/>
          </p:cNvPicPr>
          <p:nvPr/>
        </p:nvPicPr>
        <p:blipFill>
          <a:blip r:embed="rId2"/>
          <a:srcRect t="4223" b="4223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07 / તમારી ઉજવણી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06403C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સત્કાર સમારંભ / રિસેપ્શન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વધારાનો પ્રસંગ — શુભેચ્છાઓ અને યાદગાર મુલાકાતો.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પસંદ   નક્કી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જરૂરિયાત / પસંદગી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ભેટો અને કવરની સુરક્ષિત વ્યવસ્થા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વિદાયભેટ અને મહેમાનોની રવાના વ્યવસ્થા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ખાસ નોંધ / સંખ્યા / જવાબદારી: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તારીખ: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સમય: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મહેમાનો: ________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C798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પસંદગી → ચર્ચા → પુષ્ટિ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2 /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J.VARDHAN / ક્લાયન્ટ મીટિંગ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wedding-photo-08.jpg"/>
          <p:cNvPicPr>
            <a:picLocks noChangeAspect="1"/>
          </p:cNvPicPr>
          <p:nvPr/>
        </p:nvPicPr>
        <p:blipFill>
          <a:blip r:embed="rId2"/>
          <a:srcRect l="12043" r="12043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08 / તમારી ઉજવણી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06403C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સામાન્ય વ્યવસ્થા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બધા પ્રસંગોને જોડતી જરૂરી વ્યવસ્થા.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પસંદ   નક્કી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જરૂરિયાત / પસંદગી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મેદાન અને બિલ્ડિંગની લાઇટિંગ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આંબાના ઝાડની સજાવટ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83564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600200" y="341071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ઝાડની લાઇટિંગ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94759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8992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083564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1600200" y="3831336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કૂલર, પંખા અને હીટર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215384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8992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1083564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1600200" y="42519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વીજળીના પ્લગ પોઇન્ટ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636008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78992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212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1083564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1600200" y="467258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મોબાઇલ ચાર્જિંગ પોઇન્ટ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5663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78992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3212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1083564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1600200" y="509320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વિડિયો ટીમ માટે ટેબલ અને વીજળી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47725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ખાસ નોંધ / સંખ્યા / જવાબદારી: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તારીખ: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સમય: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મહેમાનો: ________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C798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પસંદગી → ચર્ચા → પુષ્ટિ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1 / 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J.VARDHAN / ક્લાયન્ટ મીટિંગ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wedding-photo-08.jpg"/>
          <p:cNvPicPr>
            <a:picLocks noChangeAspect="1"/>
          </p:cNvPicPr>
          <p:nvPr/>
        </p:nvPicPr>
        <p:blipFill>
          <a:blip r:embed="rId2"/>
          <a:srcRect l="12043" r="12043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08 / તમારી ઉજવણી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06403C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સામાન્ય વ્યવસ્થા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બધા પ્રસંગોને જોડતી જરૂરી વ્યવસ્થા.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પસંદ   નક્કી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જરૂરિયાત / પસંદગી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વેન્યુમાં બેકગ્રાઉન્ડ સંગીત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સાઇલેન્ટ જનરેટર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83564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600200" y="341071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જનરેટરના ડીઝલનો ખર્ચ અને જવાબદારી *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94759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8992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083564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1600200" y="3831336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વરસાદ માટે વૈકલ્પિક સ્થળ / કવર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215384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8992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1083564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1600200" y="42519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સેટઅપ, વેન્યુ હસ્તાંતરણ અને સામાન હટાવવાનો સમય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636008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78992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212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1083564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1600200" y="467258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સુરક્ષા કર્મચારીઓ અને વિશેષ સુરક્ષા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5663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78992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3212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1083564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1600200" y="509320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વેલે પાર્કિંગ, ડેસ્ક, બેનર અને ટોકન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47725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ખાસ નોંધ / સંખ્યા / જવાબદારી: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તારીખ: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સમય: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મહેમાનો: ________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C798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* ચિહ્નવાળી વિગત સાથે નક્કી કરવી.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2 / 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J.VARDHAN / ક્લાયન્ટ મીટિંગ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wedding-photo-08.jpg"/>
          <p:cNvPicPr>
            <a:picLocks noChangeAspect="1"/>
          </p:cNvPicPr>
          <p:nvPr/>
        </p:nvPicPr>
        <p:blipFill>
          <a:blip r:embed="rId2"/>
          <a:srcRect l="12043" r="12043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08 / તમારી ઉજવણી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06403C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સામાન્ય વ્યવસ્થા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બધા પ્રસંગોને જોડતી જરૂરી વ્યવસ્થા.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પસંદ   નક્કી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જરૂરિયાત / પસંદગી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કચરાપેટી અને સફાઈ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અગ્નિશામક સાધનો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83564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600200" y="341071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સ્વાગત માટે “પ્યારો” — વિગત નક્કી કરવી *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94759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8992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083564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1600200" y="3831336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મહેમાનો માટે વિદાયભેટ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215384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8992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1083564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1600200" y="42519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મેકઅપ, હેરસ્ટાઇલ અને ગ્રૂમિંગ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636008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78992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212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1083564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1600200" y="467258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હોટેલમાં પ્રતિભાવ બોક્સ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5663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78992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3212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1083564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1600200" y="509320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વૃદ્ધો અને દિવ્યાંગ મહેમાનો માટે સુલભતા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47725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ખાસ નોંધ / સંખ્યા / જવાબદારી: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તારીખ: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સમય: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મહેમાનો: ________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C798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* ચિહ્નવાળી વિગત સાથે નક્કી કરવી.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3 / 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J.VARDHAN / ક્લાયન્ટ મીટિંગ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wedding-photo-08.jpg"/>
          <p:cNvPicPr>
            <a:picLocks noChangeAspect="1"/>
          </p:cNvPicPr>
          <p:nvPr/>
        </p:nvPicPr>
        <p:blipFill>
          <a:blip r:embed="rId2"/>
          <a:srcRect l="12043" r="12043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08 / તમારી ઉજવણી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06403C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સામાન્ય વ્યવસ્થા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બધા પ્રસંગોને જોડતી જરૂરી વ્યવસ્થા.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પસંદ   નક્કી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જરૂરિયાત / પસંદગી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સ્વચ્છ શૌચાલય અને સહાયક સ્ટાફ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પ્રાથમિક સારવાર અને તાત્કાલિક સંપર્કો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83564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600200" y="341071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બાળકો માટે દેખરેખ અને ખોવાયેલ વસ્તુઓનો ડેસ્ક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94759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8992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083564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1600200" y="3831336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વેન્યુના અવાજ, ઇફેક્ટ અને સમયના નિયમોની પુષ્ટિ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215384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8992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1083564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1600200" y="42519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ફોટોગ્રાફી અને વિડિયોગ્રાફી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636008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78992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212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1083564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1600200" y="467258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ડ્રોન શૂટ માટે ઉપલબ્ધતા અને મંજૂરી તપાસવી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5663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78992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3212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1083564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1600200" y="509320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મહત્વના ફોટા અને પરિવારના ગ્રુપની યાદી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47725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ખાસ નોંધ / સંખ્યા / જવાબદારી: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તારીખ: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સમય: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મહેમાનો: ________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C798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પસંદગી → ચર્ચા → પુષ્ટિ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4 / 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J.VARDHAN / ક્લાયન્ટ મીટિંગ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wedding-photo-08.jpg"/>
          <p:cNvPicPr>
            <a:picLocks noChangeAspect="1"/>
          </p:cNvPicPr>
          <p:nvPr/>
        </p:nvPicPr>
        <p:blipFill>
          <a:blip r:embed="rId2"/>
          <a:srcRect l="12043" r="12043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08 / તમારી ઉજવણી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06403C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સામાન્ય વ્યવસ્થા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બધા પ્રસંગોને જોડતી જરૂરી વ્યવસ્થા.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પસંદ   નક્કી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જરૂરિયાત / પસંદગી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આમંત્રણપત્ર, ડિજિટલ આમંત્રણ અને RSVP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બજેટ, કોટેશન અને ચુકવણીનો સમયપત્રક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83564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600200" y="341071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વેન્ડર બુકિંગ, આગોતરી રકમ અને બાકી ચુકવણી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94759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8992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083564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1600200" y="3831336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પરિવારના સંપર્ક વ્યક્તિ અને કાર્યક્રમ સંચાલક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215384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8992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1083564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1600200" y="42519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વધારાની માંગ અને અંતિમ મંજૂરીની નોંધ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636008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ખાસ નોંધ / સંખ્યા / જવાબદારી: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તારીખ: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સમય: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મહેમાનો: ________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C798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પસંદગી → ચર્ચા → પુષ્ટિ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5 / 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J.VARDHAN / ક્લાયન્ટ મીટિંગ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mandap-01.jpg"/>
          <p:cNvPicPr>
            <a:picLocks noChangeAspect="1"/>
          </p:cNvPicPr>
          <p:nvPr/>
        </p:nvPicPr>
        <p:blipFill>
          <a:blip r:embed="rId2"/>
          <a:srcRect l="5494" r="5494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09 / વૈકલ્પિક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06403C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મહેમાનગતિ અને રોકાણ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મૂળ પાનાં ૧–૨ની વિગતો. જરૂર હોય તો આ વિભાગ ઉમેરો.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પસંદ   નક્કી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જરૂરિયાત / પસંદગી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ઇવેન્ટ ઓફિસ / સંકલન ડેસ્ક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ટીમ માટે વૉકી-ટૉકી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83564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600200" y="341071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મહેમાનો માટે પિકઅપ અને ડ્રોપ *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94759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8992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083564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1600200" y="3831336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રેલવે સ્ટેશન પર સ્વાગત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215384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8992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1083564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1600200" y="42519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સામાન માટે નામના ટૅગ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636008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78992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212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1083564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1600200" y="467258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મહેમાનોની ગાડી માટે ટૅગ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5663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78992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3212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1083564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1600200" y="509320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રૂમ નંબરના ટૅગ / રૂમ ફાળવણી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47725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ખાસ નોંધ / સંખ્યા / જવાબદારી: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તારીખ: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સમય: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મહેમાનો: ________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C798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* ચિહ્નવાળી વિગત સાથે નક્કી કરવી.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1 / 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J.VARDHAN / ક્લાયન્ટ મીટિંગ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mandap-01.jpg"/>
          <p:cNvPicPr>
            <a:picLocks noChangeAspect="1"/>
          </p:cNvPicPr>
          <p:nvPr/>
        </p:nvPicPr>
        <p:blipFill>
          <a:blip r:embed="rId2"/>
          <a:srcRect l="5494" r="5494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09 / વૈકલ્પિક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06403C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મહેમાનગતિ અને રોકાણ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મૂળ પાનાં ૧–૨ની વિગતો. જરૂર હોય તો આ વિભાગ ઉમેરો.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પસંદ   નક્કી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જરૂરિયાત / પસંદગી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સામાન ચડાવવા-ઉતારવા માટે સહાયકો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પ્રસંગ પ્રમાણે માર્ગદર્શક સ્ટેન્ડી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83564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600200" y="341071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રૂમમાં કાર્યક્રમની પત્રિકા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94759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8992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083564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1600200" y="3831336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તાત્કાલિક સંપર્ક નંબરની યાદી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215384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8992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1083564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1600200" y="42519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જાનના આગમન અને રવાના થવાનો સમય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636008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78992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212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1083564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1600200" y="467258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એરપોર્ટ ટ્રાન્સફર અને મુસાફરીની વિગતો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5663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78992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3212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1083564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1600200" y="509320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હોટેલ ચેક-ઇન, ચેક-આઉટ અને હેલ્પ ડેસ્ક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47725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ખાસ નોંધ / સંખ્યા / જવાબદારી: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તારીખ: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સમય: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મહેમાનો: ________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C798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પસંદગી → ચર્ચા → પુષ્ટિ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2 / 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J.VARDHAN / ક્લાયન્ટ મીટિંગ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mandap-01.jpg"/>
          <p:cNvPicPr>
            <a:picLocks noChangeAspect="1"/>
          </p:cNvPicPr>
          <p:nvPr/>
        </p:nvPicPr>
        <p:blipFill>
          <a:blip r:embed="rId2"/>
          <a:srcRect l="5494" r="5494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09 / વૈકલ્પિક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06403C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મહેમાનગતિ અને રોકાણ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મૂળ પાનાં ૧–૨ની વિગતો. જરૂર હોય તો આ વિભાગ ઉમેરો.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પસંદ   નક્કી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જરૂરિયાત / પસંદગી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કપડાં ધોવા અને ઇસ્ત્રીની સેવા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મસાજની સેવા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83564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600200" y="341071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હેરકટ / વાળંદની સેવા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94759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8992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083564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1600200" y="3831336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બ્યુટી પાર્લર / મેકઅપની સેવા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215384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8992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1083564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1600200" y="42519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બૂટ પોલિશની સેવા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636008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78992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212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1083564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1600200" y="467258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ડૉક્ટર / તબીબી સહાયની વ્યવસ્થા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5663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78992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3212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1083564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1600200" y="509320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રૂમ કિટ: ફળ, કૂકીઝ, ઠંડાં પીણાં અને સૂકો મેવો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47725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ખાસ નોંધ / સંખ્યા / જવાબદારી: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તારીખ: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સમય: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મહેમાનો: ________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C798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પસંદગી → ચર્ચા → પુષ્ટિ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3 / 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J.VARDHAN / ક્લાયન્ટ મીટિંગ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mandap-01.jpg"/>
          <p:cNvPicPr>
            <a:picLocks noChangeAspect="1"/>
          </p:cNvPicPr>
          <p:nvPr/>
        </p:nvPicPr>
        <p:blipFill>
          <a:blip r:embed="rId2"/>
          <a:srcRect l="5494" r="5494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09 / વૈકલ્પિક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06403C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મહેમાનગતિ અને રોકાણ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મૂળ પાનાં ૧–૨ની વિગતો. જરૂર હોય તો આ વિભાગ ઉમેરો.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પસંદ   નક્કી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જરૂરિયાત / પસંદગી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સ્વાગત પીણાં: શરબત, નાળિયેર પાણી, ચા, કોફી અને પાણી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પરિવારના લોગોવાળી પાણીની બોટલ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83564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600200" y="341071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મહેમાનના નામવાળી ભેટ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94759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ખાસ નોંધ / સંખ્યા / જવાબદારી: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તારીખ: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સમય: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મહેમાનો: ________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C798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પસંદગી → ચર્ચા → પુષ્ટિ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4 /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J.VARDHAN / ક્લાયન્ટ મીટિંગ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mandap-01.jpg"/>
          <p:cNvPicPr>
            <a:picLocks noChangeAspect="1"/>
          </p:cNvPicPr>
          <p:nvPr/>
        </p:nvPicPr>
        <p:blipFill>
          <a:blip r:embed="rId2"/>
          <a:srcRect l="5494" r="5494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10 / વૈકલ્પિક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06403C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ભોજન અને પીણાં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મૂળ પાનાં ૧–૨ની ભોજનસેવા, સાથે ખાસ જરૂરિયાતો.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પસંદ   નક્કી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જરૂરિયાત / પસંદગી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ફળોના રસ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આઇસક્રીમ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83564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600200" y="341071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ગરમ દૂધ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94759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8992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083564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1600200" y="3831336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ઠંડાં પીણાં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215384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8992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1083564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1600200" y="42519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શેકેલો સૂકો મેવો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636008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78992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212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1083564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1600200" y="467258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ફળોની ડિશ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5663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78992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3212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1083564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1600200" y="509320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સવારના નાસ્તાનું મેનુ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47725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ખાસ નોંધ / સંખ્યા / જવાબદારી: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તારીખ: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સમય: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મહેમાનો: ________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C798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પસંદગી → ચર્ચા → પુષ્ટિ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1 / 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J.VARDHAN / ક્લાયન્ટ મીટિંગ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mandap-01.jpg"/>
          <p:cNvPicPr>
            <a:picLocks noChangeAspect="1"/>
          </p:cNvPicPr>
          <p:nvPr/>
        </p:nvPicPr>
        <p:blipFill>
          <a:blip r:embed="rId2"/>
          <a:srcRect l="5494" r="5494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10 / વૈકલ્પિક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06403C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ભોજન અને પીણાં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મૂળ પાનાં ૧–૨ની ભોજનસેવા, સાથે ખાસ જરૂરિયાતો.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પસંદ   નક્કી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જરૂરિયાત / પસંદગી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બપોરના ભોજનનું મેનુ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સાંજના ભોજનનું મેનુ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" y="3456432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83564" y="343357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600200" y="341071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ભોજન માટે રાઉન્ડ ટેબલ, ખુરશીઓ અને સર્વિસ ટેબલ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94759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8992" y="3877056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083564" y="3854196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1600200" y="3831336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જૈન / સાત્ત્વિક / શાકાહારી મેનુ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215384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8992" y="4297680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1083564" y="4274820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1600200" y="42519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એલર્જી, ડાયાબિટીસ અને અન્ય આહાર જરૂરિયાતો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636008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78992" y="471830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212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1083564" y="469544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1600200" y="467258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બાળકો અને વડીલો માટે ખાસ ભોજન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5663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78992" y="513892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3212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1083564" y="511606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1600200" y="509320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મેનુ ટેસ્ટિંગ અને અંતિમ મહેમાન સંખ્યા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47725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ખાસ નોંધ / સંખ્યા / જવાબદારી: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તારીખ: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સમય: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મહેમાનો: ________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C798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પસંદગી → ચર્ચા → પુષ્ટિ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2 / 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J.VARDHAN / ક્લાયન્ટ મીટિંગ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06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-mandap-01.jpg"/>
          <p:cNvPicPr>
            <a:picLocks noChangeAspect="1"/>
          </p:cNvPicPr>
          <p:nvPr/>
        </p:nvPicPr>
        <p:blipFill>
          <a:blip r:embed="rId2"/>
          <a:srcRect l="5494" r="5494"/>
          <a:stretch>
            <a:fillRect/>
          </a:stretch>
        </p:blipFill>
        <p:spPr>
          <a:xfrm>
            <a:off x="8732520" y="0"/>
            <a:ext cx="345917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10 / વૈકલ્પિક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06403C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ભોજન અને પીણાં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મૂળ પાનાં ૧–૨ની ભોજનસેવા, સાથે ખાસ જરૂરિયાતો.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પસંદ   નક્કી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જરૂરિયાત / પસંદગી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615184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3564" y="2592324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વેન્ડર અને સ્ટાફ માટે ભોજન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035808"/>
            <a:ext cx="182880" cy="182880"/>
          </a:xfrm>
          <a:prstGeom prst="rect">
            <a:avLst/>
          </a:prstGeom>
          <a:solidFill>
            <a:srgbClr val="F7F2E7"/>
          </a:solidFill>
          <a:ln w="10160">
            <a:solidFill>
              <a:srgbClr val="829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3564" y="3012948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6403C"/>
                </a:solidFill>
                <a:latin typeface="Segoe UI Symbo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00200" y="299008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પીવાનું પાણી, સ્વચ્છતા અને વધેલા ભોજનનું આયોજન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7680960" cy="5486"/>
          </a:xfrm>
          <a:prstGeom prst="rect">
            <a:avLst/>
          </a:prstGeom>
          <a:solidFill>
            <a:srgbClr val="DE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7332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ખાસ નોંધ / સંખ્યા / જવાબદારી: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236208"/>
            <a:ext cx="7680960" cy="8229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79992" y="41605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તારીખ: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સમય: __________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મહેમાનો: ________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9992" y="5806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C798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પસંદગી → ચર્ચા → પુષ્ટિ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3931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3 /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J.VARDHAN / ક્લાયન્ટ મીટિંગ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6492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સાથે નક્કી કરીએ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058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400" b="0">
                <a:solidFill>
                  <a:srgbClr val="06403C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તમારી ઉજવણીની વિગતો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ક્લાયન્ટ / પરિવાર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907792"/>
            <a:ext cx="5029200" cy="10972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0" y="21488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વર-વધૂનાં નામ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2907792"/>
            <a:ext cx="5029200" cy="10972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તારીખ અને સ્થળ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050791"/>
            <a:ext cx="5029200" cy="10972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32918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સંપર્ક વ્યક્તિ / મોબાઇલ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4050791"/>
            <a:ext cx="5029200" cy="10972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4348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અંદાજિત બજેટ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193792"/>
            <a:ext cx="5029200" cy="10972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44348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74F49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થીમ, રંગો અને ખાસ પસંદગી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5193792"/>
            <a:ext cx="5029200" cy="10972"/>
          </a:xfrm>
          <a:prstGeom prst="rect">
            <a:avLst/>
          </a:prstGeom>
          <a:solidFill>
            <a:srgbClr val="A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87044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બધી વિગતો વૈકલ્પિક છે.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419088"/>
            <a:ext cx="11155680" cy="8229"/>
          </a:xfrm>
          <a:prstGeom prst="rect">
            <a:avLst/>
          </a:prstGeom>
          <a:solidFill>
            <a:srgbClr val="C9A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548640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5B716B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J.VARDHAN  /  LUXE WEDDINGS &amp; EVENTS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7395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B716B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ક્લાયન્ટ મીટિંગ ચેકલિસ્ટ   /  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4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9A263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આગળનું પગલું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7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પસંદગીને આયોજનમાં ફેરવીએ.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532888"/>
            <a:ext cx="201168" cy="201168"/>
          </a:xfrm>
          <a:prstGeom prst="rect">
            <a:avLst/>
          </a:prstGeom>
          <a:solidFill>
            <a:srgbClr val="06403C"/>
          </a:solidFill>
          <a:ln w="10160">
            <a:solidFill>
              <a:srgbClr val="C9A2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468880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પસંદ કરેલા પ્રસંગો અને વસ્તુઓની સમીક્ષા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3108960"/>
            <a:ext cx="201168" cy="201168"/>
          </a:xfrm>
          <a:prstGeom prst="rect">
            <a:avLst/>
          </a:prstGeom>
          <a:solidFill>
            <a:srgbClr val="06403C"/>
          </a:solidFill>
          <a:ln w="10160">
            <a:solidFill>
              <a:srgbClr val="C9A2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044952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બાકી વિગતો, ડિઝાઇન અને સંખ્યાની પુષ્ટિ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685032"/>
            <a:ext cx="201168" cy="201168"/>
          </a:xfrm>
          <a:prstGeom prst="rect">
            <a:avLst/>
          </a:prstGeom>
          <a:solidFill>
            <a:srgbClr val="06403C"/>
          </a:solidFill>
          <a:ln w="10160">
            <a:solidFill>
              <a:srgbClr val="C9A2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621024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પરિવાર, આયોજક અને વેન્ડરની જવાબદારી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261104"/>
            <a:ext cx="201168" cy="201168"/>
          </a:xfrm>
          <a:prstGeom prst="rect">
            <a:avLst/>
          </a:prstGeom>
          <a:solidFill>
            <a:srgbClr val="06403C"/>
          </a:solidFill>
          <a:ln w="10160">
            <a:solidFill>
              <a:srgbClr val="C9A2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97096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કોટેશન, ઉપલબ્ધતા અને ચુકવણીની ચર્ચા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21208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D3DFD4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આ પ્રેઝન્ટેશનમાં લખાણ અને ચેકબોક્સ બદલી શકાય છે. લાઇવ પસંદગી માટે વેબસાઇટનું ફોર્મ વાપરો.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9893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9A263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પસંદગીની યાદી છે; બુકિંગ કે કોટેશન નથી.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419088"/>
            <a:ext cx="11155680" cy="8229"/>
          </a:xfrm>
          <a:prstGeom prst="rect">
            <a:avLst/>
          </a:prstGeom>
          <a:solidFill>
            <a:srgbClr val="C9A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548640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7F2E7"/>
                </a:solidFill>
                <a:latin typeface="Aptos"/>
              </a:defRPr>
            </a:pPr>
            <a:r>
              <a:rPr lang="en-IN">
                <a:ea typeface="Aptos"/>
                <a:cs typeface="Aptos"/>
              </a:rPr>
              <a:t>J.VARDHAN  /  LUXE WEDDINGS &amp; EVENTS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647395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7F2E7"/>
                </a:solidFill>
                <a:latin typeface="Nirmala UI"/>
              </a:defRPr>
            </a:pPr>
            <a:r>
              <a:rPr lang="gu-IN">
                <a:ea typeface="Nirmala UI"/>
                <a:cs typeface="Nirmala UI"/>
              </a:rPr>
              <a:t>ક્લાયન્ટ મીટિંગ ચેકલિસ્ટ   /   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લગ્ન આયોજન ચેકલિસ્ટ</dc:title>
  <dc:subject>Gujarati wedding client meeting checklist</dc:subject>
  <dc:creator>J.Vardhan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