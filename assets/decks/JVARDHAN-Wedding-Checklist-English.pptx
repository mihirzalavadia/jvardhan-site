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meeting worksheet. This is not a completed client plan. Website answers are not automatically linked to this PowerPoint. Use the website for live selection and progress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Rituals &amp; puja / Priest / ritual officiant</a:t>
            </a:r>
          </a:p>
          <a:p>
            <a:r>
              <a:t>PDF items: 41</a:t>
            </a:r>
          </a:p>
          <a:p/>
          <a:p>
            <a:r>
              <a:t>Rituals &amp; puja / Bajoth / low ritual stool</a:t>
            </a:r>
          </a:p>
          <a:p>
            <a:r>
              <a:t>PDF items: 46</a:t>
            </a:r>
          </a:p>
          <a:p/>
          <a:p>
            <a:r>
              <a:t>Rituals &amp; puja / Earthen pots / matki</a:t>
            </a:r>
          </a:p>
          <a:p>
            <a:r>
              <a:t>PDF items: 47</a:t>
            </a:r>
          </a:p>
          <a:p/>
          <a:p>
            <a:r>
              <a:t>Rituals &amp; puja / Chaak vadhavani ritual</a:t>
            </a:r>
          </a:p>
          <a:p>
            <a:r>
              <a:t>PDF items: 52</a:t>
            </a:r>
          </a:p>
          <a:p/>
          <a:p>
            <a:r>
              <a:t>Clarify: Source also says “chaakol”; confirm the local name and materials with the family.</a:t>
            </a:r>
          </a:p>
          <a:p/>
          <a:p>
            <a:r>
              <a:t>Rituals &amp; puja / Puja materials</a:t>
            </a:r>
          </a:p>
          <a:p>
            <a:r>
              <a:t>PDF items: 53</a:t>
            </a:r>
          </a:p>
          <a:p/>
          <a:p>
            <a:r>
              <a:t>Rituals &amp; puja / Ritual plates, bowls &amp; spoons</a:t>
            </a:r>
          </a:p>
          <a:p>
            <a:r>
              <a:t>PDF items: 54</a:t>
            </a:r>
          </a:p>
          <a:p/>
          <a:p>
            <a:r>
              <a:t>Rituals &amp; puja / Ganesh sthapana &amp; family-deity puja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Rituals &amp; puja / Confirm the auspicious time &amp; ritual sequence</a:t>
            </a:r>
          </a:p>
          <a:p>
            <a:r>
              <a:t>PDF items: Added suggestion</a:t>
            </a:r>
          </a:p>
          <a:p/>
          <a:p>
            <a:r>
              <a:t>Setting &amp; seating / Ritual platforms / stages</a:t>
            </a:r>
          </a:p>
          <a:p>
            <a:r>
              <a:t>PDF items: 42</a:t>
            </a:r>
          </a:p>
          <a:p/>
          <a:p>
            <a:r>
              <a:t>Clarify: The source specifies two stages; confirm the quantity needed.</a:t>
            </a:r>
          </a:p>
          <a:p/>
          <a:p>
            <a:r>
              <a:t>Setting &amp; seating / Mandap backdrop</a:t>
            </a:r>
          </a:p>
          <a:p>
            <a:r>
              <a:t>PDF items: 43</a:t>
            </a:r>
          </a:p>
          <a:p/>
          <a:p>
            <a:r>
              <a:t>Setting &amp; seating / Floor mattresses, padded platforms &amp; cushions</a:t>
            </a:r>
          </a:p>
          <a:p>
            <a:r>
              <a:t>PDF items: 45, 48</a:t>
            </a:r>
          </a:p>
          <a:p/>
          <a:p>
            <a:r>
              <a:t>Setting &amp; seating / Chairs</a:t>
            </a:r>
          </a:p>
          <a:p>
            <a:r>
              <a:t>PDF items: 49</a:t>
            </a:r>
          </a:p>
          <a:p/>
          <a:p>
            <a:r>
              <a:t>Setting &amp; seating / Sofas</a:t>
            </a:r>
          </a:p>
          <a:p>
            <a:r>
              <a:t>PDF items: 50</a:t>
            </a:r>
          </a:p>
          <a:p/>
          <a:p>
            <a:r>
              <a:t>Setting &amp; seating / DJ / music setup</a:t>
            </a:r>
          </a:p>
          <a:p>
            <a:r>
              <a:t>PDF items: 44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Setting &amp; seating / Tea &amp; water counter</a:t>
            </a:r>
          </a:p>
          <a:p>
            <a:r>
              <a:t>PDF items: 51</a:t>
            </a:r>
          </a:p>
          <a:p/>
          <a:p>
            <a:r>
              <a:t>Setting &amp; seating / Toran &amp; floral decoration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&amp; arrangement / Tables to display Mameru gifts</a:t>
            </a:r>
          </a:p>
          <a:p>
            <a:r>
              <a:t>PDF items: 55</a:t>
            </a:r>
          </a:p>
          <a:p/>
          <a:p>
            <a:r>
              <a:t>Welcome &amp; arrangement / Welcome stoles / khes</a:t>
            </a:r>
          </a:p>
          <a:p>
            <a:r>
              <a:t>PDF items: 56</a:t>
            </a:r>
          </a:p>
          <a:p/>
          <a:p>
            <a:r>
              <a:t>Welcome &amp; arrangement / Sofas &amp; family seating</a:t>
            </a:r>
          </a:p>
          <a:p>
            <a:r>
              <a:t>PDF items: 60</a:t>
            </a:r>
          </a:p>
          <a:p/>
          <a:p>
            <a:r>
              <a:t>Welcome &amp; arrangement / Gift labels &amp; inventory</a:t>
            </a:r>
          </a:p>
          <a:p>
            <a:r>
              <a:t>PDF items: Added suggestion</a:t>
            </a:r>
          </a:p>
          <a:p/>
          <a:p>
            <a:r>
              <a:t>Welcome &amp; arrangement / Family photo area</a:t>
            </a:r>
          </a:p>
          <a:p>
            <a:r>
              <a:t>PDF items: Added suggestion</a:t>
            </a:r>
          </a:p>
          <a:p/>
          <a:p>
            <a:r>
              <a:t>Music &amp; hospitality / DJ</a:t>
            </a:r>
          </a:p>
          <a:p>
            <a:r>
              <a:t>PDF items: 57</a:t>
            </a:r>
          </a:p>
          <a:p/>
          <a:p>
            <a:r>
              <a:t>Music &amp; hospitality / Dhol players</a:t>
            </a:r>
          </a:p>
          <a:p>
            <a:r>
              <a:t>PDF items: 58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Music &amp; hospitality / Live band</a:t>
            </a:r>
          </a:p>
          <a:p>
            <a:r>
              <a:t>PDF items: 59</a:t>
            </a:r>
          </a:p>
          <a:p/>
          <a:p>
            <a:r>
              <a:t>Music &amp; hospitality / Tea, water &amp; soft-drink counter</a:t>
            </a:r>
          </a:p>
          <a:p>
            <a:r>
              <a:t>PDF items: 61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&amp; styling / Entrance decoration</a:t>
            </a:r>
          </a:p>
          <a:p>
            <a:r>
              <a:t>PDF items: 62</a:t>
            </a:r>
          </a:p>
          <a:p/>
          <a:p>
            <a:r>
              <a:t>Stage &amp; styling / Couple’s stage &amp; backdrop</a:t>
            </a:r>
          </a:p>
          <a:p>
            <a:r>
              <a:t>PDF items: 63, 64</a:t>
            </a:r>
          </a:p>
          <a:p/>
          <a:p>
            <a:r>
              <a:t>Stage &amp; styling / Performance stage &amp; backdrop</a:t>
            </a:r>
          </a:p>
          <a:p>
            <a:r>
              <a:t>PDF items: 65, 66</a:t>
            </a:r>
          </a:p>
          <a:p/>
          <a:p>
            <a:r>
              <a:t>Stage &amp; styling / Bollywood-themed stage</a:t>
            </a:r>
          </a:p>
          <a:p>
            <a:r>
              <a:t>PDF items: 67</a:t>
            </a:r>
          </a:p>
          <a:p/>
          <a:p>
            <a:r>
              <a:t>Clarify: Source wording is unclear; confirm whether “Bollywood night” was intended.</a:t>
            </a:r>
          </a:p>
          <a:p/>
          <a:p>
            <a:r>
              <a:t>Stage &amp; styling / Lighting truss / box</a:t>
            </a:r>
          </a:p>
          <a:p>
            <a:r>
              <a:t>PDF items: 68, 69</a:t>
            </a:r>
          </a:p>
          <a:p/>
          <a:p>
            <a:r>
              <a:t>Clarify: Source lists 60 × 60 and 80 × 80 without units; confirm dimensions and design.</a:t>
            </a:r>
          </a:p>
          <a:p/>
          <a:p>
            <a:r>
              <a:t>Stage &amp; styling / Chairs &amp; sofas</a:t>
            </a:r>
          </a:p>
          <a:p>
            <a:r>
              <a:t>PDF items: 70, 71</a:t>
            </a:r>
          </a:p>
          <a:p/>
          <a:p>
            <a:r>
              <a:t>Stage &amp; styling / Round tables &amp; chairs</a:t>
            </a:r>
          </a:p>
          <a:p>
            <a:r>
              <a:t>PDF items: 72, 73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&amp; styling / Performance platform</a:t>
            </a:r>
          </a:p>
          <a:p>
            <a:r>
              <a:t>PDF items: 77</a:t>
            </a:r>
          </a:p>
          <a:p/>
          <a:p>
            <a:r>
              <a:t>Stage &amp; styling / LED screen backdrop</a:t>
            </a:r>
          </a:p>
          <a:p>
            <a:r>
              <a:t>PDF items: 83</a:t>
            </a:r>
          </a:p>
          <a:p/>
          <a:p>
            <a:r>
              <a:t>Stage &amp; styling / Illuminated dance floor</a:t>
            </a:r>
          </a:p>
          <a:p>
            <a:r>
              <a:t>PDF items: 86</a:t>
            </a:r>
          </a:p>
          <a:p/>
          <a:p>
            <a:r>
              <a:t>Programme &amp; entrance / Couple’s entrance concept</a:t>
            </a:r>
          </a:p>
          <a:p>
            <a:r>
              <a:t>PDF items: 76</a:t>
            </a:r>
          </a:p>
          <a:p/>
          <a:p>
            <a:r>
              <a:t>Programme &amp; entrance / Cold-spark effects</a:t>
            </a:r>
          </a:p>
          <a:p>
            <a:r>
              <a:t>PDF items: 78</a:t>
            </a:r>
          </a:p>
          <a:p/>
          <a:p>
            <a:r>
              <a:t>Programme &amp; entrance / Dry-ice effects</a:t>
            </a:r>
          </a:p>
          <a:p>
            <a:r>
              <a:t>PDF items: 79</a:t>
            </a:r>
          </a:p>
          <a:p/>
          <a:p>
            <a:r>
              <a:t>Programme &amp; entrance / Balloon styling</a:t>
            </a:r>
          </a:p>
          <a:p>
            <a:r>
              <a:t>PDF items: 80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Programme &amp; entrance / Vintage-car entrance</a:t>
            </a:r>
          </a:p>
          <a:p>
            <a:r>
              <a:t>PDF items: 81</a:t>
            </a:r>
          </a:p>
          <a:p/>
          <a:p>
            <a:r>
              <a:t>Programme &amp; entrance / Emcee / host</a:t>
            </a:r>
          </a:p>
          <a:p>
            <a:r>
              <a:t>PDF items: 82</a:t>
            </a:r>
          </a:p>
          <a:p/>
          <a:p>
            <a:r>
              <a:t>Programme &amp; entrance / Sound system &amp; microphones</a:t>
            </a:r>
          </a:p>
          <a:p>
            <a:r>
              <a:t>PDF items: 84</a:t>
            </a:r>
          </a:p>
          <a:p/>
          <a:p>
            <a:r>
              <a:t>Clarify: Specify capacity for the venue; the source’s “volts” is not an appropriate sound-output specification.</a:t>
            </a:r>
          </a:p>
          <a:p/>
          <a:p>
            <a:r>
              <a:t>Programme &amp; entrance / Smoke machine</a:t>
            </a:r>
          </a:p>
          <a:p>
            <a:r>
              <a:t>PDF items: 85</a:t>
            </a:r>
          </a:p>
          <a:p/>
          <a:p>
            <a:r>
              <a:t>Programme &amp; entrance / Garba / dandiya &amp; live music</a:t>
            </a:r>
          </a:p>
          <a:p>
            <a:r>
              <a:t>PDF items: Added suggestion</a:t>
            </a:r>
          </a:p>
          <a:p/>
          <a:p>
            <a:r>
              <a:t>Programme &amp; entrance / Choreographer &amp; rehearsals</a:t>
            </a:r>
          </a:p>
          <a:p>
            <a:r>
              <a:t>PDF items: Added suggestion</a:t>
            </a:r>
          </a:p>
          <a:p/>
          <a:p>
            <a:r>
              <a:t>Programme &amp; entrance / Playlist, performance order &amp; sound check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Refreshments / Tea, water &amp; soft-drink counter</a:t>
            </a:r>
          </a:p>
          <a:p>
            <a:r>
              <a:t>PDF items: 74</a:t>
            </a:r>
          </a:p>
          <a:p/>
          <a:p>
            <a:r>
              <a:t>Refreshments / Snack service counter</a:t>
            </a:r>
          </a:p>
          <a:p>
            <a:r>
              <a:t>PDF items: 75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Setting &amp; materials / Haldi stage &amp; backdrop</a:t>
            </a:r>
          </a:p>
          <a:p>
            <a:r>
              <a:t>PDF items: 87, 88</a:t>
            </a:r>
          </a:p>
          <a:p/>
          <a:p>
            <a:r>
              <a:t>Setting &amp; materials / Chairs &amp; padded floor seating</a:t>
            </a:r>
          </a:p>
          <a:p>
            <a:r>
              <a:t>PDF items: 89, 90</a:t>
            </a:r>
          </a:p>
          <a:p/>
          <a:p>
            <a:r>
              <a:t>Setting &amp; materials / Haldi tub</a:t>
            </a:r>
          </a:p>
          <a:p>
            <a:r>
              <a:t>PDF items: 91</a:t>
            </a:r>
          </a:p>
          <a:p/>
          <a:p>
            <a:r>
              <a:t>Setting &amp; materials / Flowers &amp; petals</a:t>
            </a:r>
          </a:p>
          <a:p>
            <a:r>
              <a:t>PDF items: 92</a:t>
            </a:r>
          </a:p>
          <a:p/>
          <a:p>
            <a:r>
              <a:t>Setting &amp; materials / Bajoth / low stool</a:t>
            </a:r>
          </a:p>
          <a:p>
            <a:r>
              <a:t>PDF items: 93</a:t>
            </a:r>
          </a:p>
          <a:p/>
          <a:p>
            <a:r>
              <a:t>Setting &amp; materials / Safa / turbans</a:t>
            </a:r>
          </a:p>
          <a:p>
            <a:r>
              <a:t>PDF items: 96</a:t>
            </a:r>
          </a:p>
          <a:p/>
          <a:p>
            <a:r>
              <a:t>Setting &amp; materials / Haldi paste, bowls &amp; application brushes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Setting &amp; materials / Towels, changing area &amp; cleanup</a:t>
            </a:r>
          </a:p>
          <a:p>
            <a:r>
              <a:t>PDF items: Added suggestion</a:t>
            </a:r>
          </a:p>
          <a:p/>
          <a:p>
            <a:r>
              <a:t>Celebration &amp; hospitality / DJ</a:t>
            </a:r>
          </a:p>
          <a:p>
            <a:r>
              <a:t>PDF items: 94</a:t>
            </a:r>
          </a:p>
          <a:p/>
          <a:p>
            <a:r>
              <a:t>Celebration &amp; hospitality / Nashik dhol ensemble</a:t>
            </a:r>
          </a:p>
          <a:p>
            <a:r>
              <a:t>PDF items: 95</a:t>
            </a:r>
          </a:p>
          <a:p/>
          <a:p>
            <a:r>
              <a:t>Celebration &amp; hospitality / Emcee / host</a:t>
            </a:r>
          </a:p>
          <a:p>
            <a:r>
              <a:t>PDF items: 97</a:t>
            </a:r>
          </a:p>
          <a:p/>
          <a:p>
            <a:r>
              <a:t>Clarify: Source says “ank”, an incomplete word; confirm that a host is intended.</a:t>
            </a:r>
          </a:p>
          <a:p/>
          <a:p>
            <a:r>
              <a:t>Celebration &amp; hospitality / Special Haldi entrance</a:t>
            </a:r>
          </a:p>
          <a:p>
            <a:r>
              <a:t>PDF items: 98</a:t>
            </a:r>
          </a:p>
          <a:p/>
          <a:p>
            <a:r>
              <a:t>Clarify: Source says “dagla vali”; confirm the intended entrance or performer type.</a:t>
            </a:r>
          </a:p>
          <a:p/>
          <a:p>
            <a:r>
              <a:t>Celebration &amp; hospitality / Snack service tables</a:t>
            </a:r>
          </a:p>
          <a:p>
            <a:r>
              <a:t>PDF items: 99</a:t>
            </a:r>
          </a:p>
          <a:p/>
          <a:p>
            <a:r>
              <a:t>Celebration &amp; hospitality / Tea, water &amp; soft-drink counter</a:t>
            </a:r>
          </a:p>
          <a:p>
            <a:r>
              <a:t>PDF items: 100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Wedding rituals &amp; mandap / Priest / ritual officiant</a:t>
            </a:r>
          </a:p>
          <a:p>
            <a:r>
              <a:t>PDF items: 101</a:t>
            </a:r>
          </a:p>
          <a:p/>
          <a:p>
            <a:r>
              <a:t>Wedding rituals &amp; mandap / Wedding mandap, platform &amp; backdrop</a:t>
            </a:r>
          </a:p>
          <a:p>
            <a:r>
              <a:t>PDF items: 102, 103, 104</a:t>
            </a:r>
          </a:p>
          <a:p/>
          <a:p>
            <a:r>
              <a:t>Wedding rituals &amp; mandap / LED screen for ceremony viewing</a:t>
            </a:r>
          </a:p>
          <a:p>
            <a:r>
              <a:t>PDF items: 105, 128</a:t>
            </a:r>
          </a:p>
          <a:p/>
          <a:p>
            <a:r>
              <a:t>Wedding rituals &amp; mandap / Havan kund, puja materials &amp; utensils</a:t>
            </a:r>
          </a:p>
          <a:p>
            <a:r>
              <a:t>PDF items: 106</a:t>
            </a:r>
          </a:p>
          <a:p/>
          <a:p>
            <a:r>
              <a:t>Wedding rituals &amp; mandap / Wedding-song area with mattresses &amp; cushions</a:t>
            </a:r>
          </a:p>
          <a:p>
            <a:r>
              <a:t>PDF items: 107</a:t>
            </a:r>
          </a:p>
          <a:p/>
          <a:p>
            <a:r>
              <a:t>Wedding rituals &amp; mandap / Sofas &amp; chairs</a:t>
            </a:r>
          </a:p>
          <a:p>
            <a:r>
              <a:t>PDF items: 108, 109</a:t>
            </a:r>
          </a:p>
          <a:p/>
          <a:p>
            <a:r>
              <a:t>Wedding rituals &amp; mandap / Service tables</a:t>
            </a:r>
          </a:p>
          <a:p>
            <a:r>
              <a:t>PDF items: 110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Wedding rituals &amp; mandap / Antarpat cloth &amp; family ritual materials</a:t>
            </a:r>
          </a:p>
          <a:p>
            <a:r>
              <a:t>PDF items: 114</a:t>
            </a:r>
          </a:p>
          <a:p/>
          <a:p>
            <a:r>
              <a:t>Clarify: Additional source wording is unclear; confirm the ritual names and materials with the priest.</a:t>
            </a:r>
          </a:p>
          <a:p/>
          <a:p>
            <a:r>
              <a:t>Wedding rituals &amp; mandap / Ceremony timing, pheras &amp; family-specific rituals</a:t>
            </a:r>
          </a:p>
          <a:p>
            <a:r>
              <a:t>PDF items: Added suggestion</a:t>
            </a:r>
          </a:p>
          <a:p/>
          <a:p>
            <a:r>
              <a:t>Wedding rituals &amp; mandap / Floral canopy for the bridal entrance</a:t>
            </a:r>
          </a:p>
          <a:p>
            <a:r>
              <a:t>PDF items: Added suggestion</a:t>
            </a:r>
          </a:p>
          <a:p/>
          <a:p>
            <a:r>
              <a:t>Wedding rituals &amp; mandap / Vidaai / farewell &amp; car decoration</a:t>
            </a:r>
          </a:p>
          <a:p>
            <a:r>
              <a:t>PDF items: Added suggestion</a:t>
            </a:r>
          </a:p>
          <a:p/>
          <a:p>
            <a:r>
              <a:t>Baraat &amp; welcome / Procession band</a:t>
            </a:r>
          </a:p>
          <a:p>
            <a:r>
              <a:t>PDF items: 111</a:t>
            </a:r>
          </a:p>
          <a:p/>
          <a:p>
            <a:r>
              <a:t>Baraat &amp; welcome / DJ</a:t>
            </a:r>
          </a:p>
          <a:p>
            <a:r>
              <a:t>PDF items: 112</a:t>
            </a:r>
          </a:p>
          <a:p/>
          <a:p>
            <a:r>
              <a:t>Baraat &amp; welcome / Turbans &amp; turban-tying service</a:t>
            </a:r>
          </a:p>
          <a:p>
            <a:r>
              <a:t>PDF items: 113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Baraat &amp; welcome / Horse / carriage</a:t>
            </a:r>
          </a:p>
          <a:p>
            <a:r>
              <a:t>PDF items: 115</a:t>
            </a:r>
          </a:p>
          <a:p/>
          <a:p>
            <a:r>
              <a:t>Baraat &amp; welcome / Golf cart / vintage car</a:t>
            </a:r>
          </a:p>
          <a:p>
            <a:r>
              <a:t>PDF items: 116</a:t>
            </a:r>
          </a:p>
          <a:p/>
          <a:p>
            <a:r>
              <a:t>Baraat &amp; welcome / Discuss an elephant entrance</a:t>
            </a:r>
          </a:p>
          <a:p>
            <a:r>
              <a:t>PDF items: 117</a:t>
            </a:r>
          </a:p>
          <a:p/>
          <a:p>
            <a:r>
              <a:t>Clarify: Retained from the source for discussion; availability, venue approval and applicable requirements must be checked before confirmation.</a:t>
            </a:r>
          </a:p>
          <a:p/>
          <a:p>
            <a:r>
              <a:t>Baraat &amp; welcome / Guest welcome with roses &amp; flowers</a:t>
            </a:r>
          </a:p>
          <a:p>
            <a:r>
              <a:t>PDF items: 118</a:t>
            </a:r>
          </a:p>
          <a:p/>
          <a:p>
            <a:r>
              <a:t>Clarify: Some flower-item names are unclear; confirm roses, garlands or petals.</a:t>
            </a:r>
          </a:p>
          <a:p/>
          <a:p>
            <a:r>
              <a:t>Baraat &amp; welcome / Ponkhana welcome ritual &amp; ceremonial tray</a:t>
            </a:r>
          </a:p>
          <a:p>
            <a:r>
              <a:t>PDF items: Added suggestion</a:t>
            </a:r>
          </a:p>
          <a:p/>
          <a:p>
            <a:r>
              <a:t>Baraat &amp; welcome / Procession route &amp; timing</a:t>
            </a:r>
          </a:p>
          <a:p>
            <a:r>
              <a:t>PDF items: Added suggestion</a:t>
            </a:r>
          </a:p>
          <a:p/>
          <a:p>
            <a:r>
              <a:t>Varmala &amp; guest experience / Varmala stage, backdrop &amp; concept</a:t>
            </a:r>
          </a:p>
          <a:p>
            <a:r>
              <a:t>PDF items: 119, 120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Varmala &amp; guest experience / Pair of wedding garlands</a:t>
            </a:r>
          </a:p>
          <a:p>
            <a:r>
              <a:t>PDF items: Added suggestion</a:t>
            </a:r>
          </a:p>
          <a:p/>
          <a:p>
            <a:r>
              <a:t>Varmala &amp; guest experience / Glass ramp / stage &amp; cold-spark effects</a:t>
            </a:r>
          </a:p>
          <a:p>
            <a:r>
              <a:t>PDF items: 121</a:t>
            </a:r>
          </a:p>
          <a:p/>
          <a:p>
            <a:r>
              <a:t>Clarify: Source says “glass stamp”; confirm whether a stage or ramp is intended.</a:t>
            </a:r>
          </a:p>
          <a:p/>
          <a:p>
            <a:r>
              <a:t>Varmala &amp; guest experience / Glass ramp &amp; dry-ice effect</a:t>
            </a:r>
          </a:p>
          <a:p>
            <a:r>
              <a:t>PDF items: 122</a:t>
            </a:r>
          </a:p>
          <a:p/>
          <a:p>
            <a:r>
              <a:t>Varmala &amp; guest experience / Photo / selfie area &amp; props</a:t>
            </a:r>
          </a:p>
          <a:p>
            <a:r>
              <a:t>PDF items: 123</a:t>
            </a:r>
          </a:p>
          <a:p/>
          <a:p>
            <a:r>
              <a:t>Varmala &amp; guest experience / Tea &amp; water counter</a:t>
            </a:r>
          </a:p>
          <a:p>
            <a:r>
              <a:t>PDF items: 124</a:t>
            </a:r>
          </a:p>
          <a:p/>
          <a:p>
            <a:r>
              <a:t>Varmala &amp; guest experience / Children’s play area &amp; entertainment</a:t>
            </a:r>
          </a:p>
          <a:p>
            <a:r>
              <a:t>PDF items: 125</a:t>
            </a:r>
          </a:p>
          <a:p/>
          <a:p>
            <a:r>
              <a:t>Clarify: Source lists “jumping, dagla”; confirm the equipment, performers and supervision.</a:t>
            </a:r>
          </a:p>
          <a:p/>
          <a:p>
            <a:r>
              <a:t>Varmala &amp; guest experience / Children’s snack station</a:t>
            </a:r>
          </a:p>
          <a:p>
            <a:r>
              <a:t>PDF items: 126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Varmala &amp; guest experience / Traditional seated dining / pangat</a:t>
            </a:r>
          </a:p>
          <a:p>
            <a:r>
              <a:t>PDF items: 127</a:t>
            </a:r>
          </a:p>
          <a:p/>
          <a:p>
            <a:r>
              <a:t>Clarify: Source says “pancholu”; confirm the seating format and quantity with the family.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Artists &amp; styling / Bridal mehndi artist &amp; appointment</a:t>
            </a:r>
          </a:p>
          <a:p>
            <a:r>
              <a:t>PDF items: Added suggestion</a:t>
            </a:r>
          </a:p>
          <a:p/>
          <a:p>
            <a:r>
              <a:t>Artists &amp; styling / Mehndi artists for family &amp; guests</a:t>
            </a:r>
          </a:p>
          <a:p>
            <a:r>
              <a:t>PDF items: Added suggestion</a:t>
            </a:r>
          </a:p>
          <a:p/>
          <a:p>
            <a:r>
              <a:t>Artists &amp; styling / Mehndi stage &amp; decoration</a:t>
            </a:r>
          </a:p>
          <a:p>
            <a:r>
              <a:t>PDF items: Added suggestion</a:t>
            </a:r>
          </a:p>
          <a:p/>
          <a:p>
            <a:r>
              <a:t>Artists &amp; styling / Comfortable seating &amp; task lighting</a:t>
            </a:r>
          </a:p>
          <a:p>
            <a:r>
              <a:t>PDF items: Added suggestion</a:t>
            </a:r>
          </a:p>
          <a:p/>
          <a:p>
            <a:r>
              <a:t>Artists &amp; styling / Floral jewellery &amp; bangle counter</a:t>
            </a:r>
          </a:p>
          <a:p>
            <a:r>
              <a:t>PDF items: Added suggestion</a:t>
            </a:r>
          </a:p>
          <a:p/>
          <a:p>
            <a:r>
              <a:t>Artists &amp; styling / Music, games &amp; host</a:t>
            </a:r>
          </a:p>
          <a:p>
            <a:r>
              <a:t>PDF items: Added suggestion</a:t>
            </a:r>
          </a:p>
          <a:p/>
          <a:p>
            <a:r>
              <a:t>Artists &amp; styling / Snacks &amp; drinks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Artists &amp; styling / Mehndi drying area &amp; helpers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Guests &amp; celebration / Couple’s stage &amp; backdrop</a:t>
            </a:r>
          </a:p>
          <a:p>
            <a:r>
              <a:t>PDF items: Added suggestion</a:t>
            </a:r>
          </a:p>
          <a:p/>
          <a:p>
            <a:r>
              <a:t>Guests &amp; celebration / Entrance, name signage &amp; welcome desk</a:t>
            </a:r>
          </a:p>
          <a:p>
            <a:r>
              <a:t>PDF items: Added suggestion</a:t>
            </a:r>
          </a:p>
          <a:p/>
          <a:p>
            <a:r>
              <a:t>Guests &amp; celebration / Guest seating &amp; table plan</a:t>
            </a:r>
          </a:p>
          <a:p>
            <a:r>
              <a:t>PDF items: Added suggestion</a:t>
            </a:r>
          </a:p>
          <a:p/>
          <a:p>
            <a:r>
              <a:t>Guests &amp; celebration / Photo queue coordination</a:t>
            </a:r>
          </a:p>
          <a:p>
            <a:r>
              <a:t>PDF items: Added suggestion</a:t>
            </a:r>
          </a:p>
          <a:p/>
          <a:p>
            <a:r>
              <a:t>Guests &amp; celebration / Live music / DJ / emcee</a:t>
            </a:r>
          </a:p>
          <a:p>
            <a:r>
              <a:t>PDF items: Added suggestion</a:t>
            </a:r>
          </a:p>
          <a:p/>
          <a:p>
            <a:r>
              <a:t>Guests &amp; celebration / Cake &amp; couple’s dance</a:t>
            </a:r>
          </a:p>
          <a:p>
            <a:r>
              <a:t>PDF items: Added suggestion</a:t>
            </a:r>
          </a:p>
          <a:p/>
          <a:p>
            <a:r>
              <a:t>Guests &amp; celebration / Dining counters &amp; menu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Guests &amp; celebration / Secure handling of gifts &amp; envelopes</a:t>
            </a:r>
          </a:p>
          <a:p>
            <a:r>
              <a:t>PDF items: Added suggestion</a:t>
            </a:r>
          </a:p>
          <a:p/>
          <a:p>
            <a:r>
              <a:t>Guests &amp; celebration / Return gifts &amp; guest departures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Lighting, power &amp; venue / Ground &amp; building lighting</a:t>
            </a:r>
          </a:p>
          <a:p>
            <a:r>
              <a:t>PDF items: 129, 130</a:t>
            </a:r>
          </a:p>
          <a:p/>
          <a:p>
            <a:r>
              <a:t>Lighting, power &amp; venue / Mango-tree decoration</a:t>
            </a:r>
          </a:p>
          <a:p>
            <a:r>
              <a:t>PDF items: 131</a:t>
            </a:r>
          </a:p>
          <a:p/>
          <a:p>
            <a:r>
              <a:t>Lighting, power &amp; venue / Tree lighting</a:t>
            </a:r>
          </a:p>
          <a:p>
            <a:r>
              <a:t>PDF items: 144</a:t>
            </a:r>
          </a:p>
          <a:p/>
          <a:p>
            <a:r>
              <a:t>Lighting, power &amp; venue / Coolers, fans &amp; heaters</a:t>
            </a:r>
          </a:p>
          <a:p>
            <a:r>
              <a:t>PDF items: 132, 133, 134</a:t>
            </a:r>
          </a:p>
          <a:p/>
          <a:p>
            <a:r>
              <a:t>Lighting, power &amp; venue / Electrical outlets</a:t>
            </a:r>
          </a:p>
          <a:p>
            <a:r>
              <a:t>PDF items: 135</a:t>
            </a:r>
          </a:p>
          <a:p/>
          <a:p>
            <a:r>
              <a:t>Lighting, power &amp; venue / Mobile charging station</a:t>
            </a:r>
          </a:p>
          <a:p>
            <a:r>
              <a:t>PDF items: 136</a:t>
            </a:r>
          </a:p>
          <a:p/>
          <a:p>
            <a:r>
              <a:t>Lighting, power &amp; venue / Video crew tables &amp; power</a:t>
            </a:r>
          </a:p>
          <a:p>
            <a:r>
              <a:t>PDF items: 137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Lighting, power &amp; venue / Background music around the venue</a:t>
            </a:r>
          </a:p>
          <a:p>
            <a:r>
              <a:t>PDF items: 143</a:t>
            </a:r>
          </a:p>
          <a:p/>
          <a:p>
            <a:r>
              <a:t>Lighting, power &amp; venue / Silent generator</a:t>
            </a:r>
          </a:p>
          <a:p>
            <a:r>
              <a:t>PDF items: 150</a:t>
            </a:r>
          </a:p>
          <a:p/>
          <a:p>
            <a:r>
              <a:t>Lighting, power &amp; venue / Generator fuel cost &amp; responsibility</a:t>
            </a:r>
          </a:p>
          <a:p>
            <a:r>
              <a:t>PDF items: 151</a:t>
            </a:r>
          </a:p>
          <a:p/>
          <a:p>
            <a:r>
              <a:t>Clarify: The source assigns diesel to the client; confirm responsibility in the final agreement.</a:t>
            </a:r>
          </a:p>
          <a:p/>
          <a:p>
            <a:r>
              <a:t>Lighting, power &amp; venue / Rain backup venue / cover</a:t>
            </a:r>
          </a:p>
          <a:p>
            <a:r>
              <a:t>PDF items: Added suggestion</a:t>
            </a:r>
          </a:p>
          <a:p/>
          <a:p>
            <a:r>
              <a:t>Lighting, power &amp; venue / Setup, venue handover &amp; dismantling schedule</a:t>
            </a:r>
          </a:p>
          <a:p>
            <a:r>
              <a:t>PDF items: Added suggestion</a:t>
            </a:r>
          </a:p>
          <a:p/>
          <a:p>
            <a:r>
              <a:t>Comfort &amp; coordination / Security staff &amp; personal security</a:t>
            </a:r>
          </a:p>
          <a:p>
            <a:r>
              <a:t>PDF items: 138, 139</a:t>
            </a:r>
          </a:p>
          <a:p/>
          <a:p>
            <a:r>
              <a:t>Comfort &amp; coordination / Valet parking, desk, signage &amp; tokens</a:t>
            </a:r>
          </a:p>
          <a:p>
            <a:r>
              <a:t>PDF items: 140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Comfort &amp; coordination / Waste bins &amp; cleaning</a:t>
            </a:r>
          </a:p>
          <a:p>
            <a:r>
              <a:t>PDF items: 141</a:t>
            </a:r>
          </a:p>
          <a:p/>
          <a:p>
            <a:r>
              <a:t>Comfort &amp; coordination / Fire extinguishers</a:t>
            </a:r>
          </a:p>
          <a:p>
            <a:r>
              <a:t>PDF items: 142</a:t>
            </a:r>
          </a:p>
          <a:p/>
          <a:p>
            <a:r>
              <a:t>Comfort &amp; coordination / Welcome arrangement “pyaro” — clarify details</a:t>
            </a:r>
          </a:p>
          <a:p>
            <a:r>
              <a:t>PDF items: 145</a:t>
            </a:r>
          </a:p>
          <a:p/>
          <a:p>
            <a:r>
              <a:t>Clarify: The meaning of this source term is unclear; ask the planner which item or person is intended.</a:t>
            </a:r>
          </a:p>
          <a:p/>
          <a:p>
            <a:r>
              <a:t>Comfort &amp; coordination / Return gifts for guests</a:t>
            </a:r>
          </a:p>
          <a:p>
            <a:r>
              <a:t>PDF items: 146</a:t>
            </a:r>
          </a:p>
          <a:p/>
          <a:p>
            <a:r>
              <a:t>Comfort &amp; coordination / Makeup, hairstyling &amp; grooming</a:t>
            </a:r>
          </a:p>
          <a:p>
            <a:r>
              <a:t>PDF items: 147, 148</a:t>
            </a:r>
          </a:p>
          <a:p/>
          <a:p>
            <a:r>
              <a:t>Comfort &amp; coordination / Feedback box at the hotels</a:t>
            </a:r>
          </a:p>
          <a:p>
            <a:r>
              <a:t>PDF items: 149</a:t>
            </a:r>
          </a:p>
          <a:p/>
          <a:p>
            <a:r>
              <a:t>Comfort &amp; coordination / Accessibility for elderly &amp; disabled guests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Comfort &amp; coordination / Clean washrooms &amp; attendants</a:t>
            </a:r>
          </a:p>
          <a:p>
            <a:r>
              <a:t>PDF items: Added suggestion</a:t>
            </a:r>
          </a:p>
          <a:p/>
          <a:p>
            <a:r>
              <a:t>Comfort &amp; coordination / First aid &amp; emergency contacts</a:t>
            </a:r>
          </a:p>
          <a:p>
            <a:r>
              <a:t>PDF items: Added suggestion</a:t>
            </a:r>
          </a:p>
          <a:p/>
          <a:p>
            <a:r>
              <a:t>Comfort &amp; coordination / Child supervision &amp; lost-property desk</a:t>
            </a:r>
          </a:p>
          <a:p>
            <a:r>
              <a:t>PDF items: Added suggestion</a:t>
            </a:r>
          </a:p>
          <a:p/>
          <a:p>
            <a:r>
              <a:t>Comfort &amp; coordination / Confirm venue rules for sound, effects &amp; timings</a:t>
            </a:r>
          </a:p>
          <a:p>
            <a:r>
              <a:t>PDF items: Added suggestion</a:t>
            </a:r>
          </a:p>
          <a:p/>
          <a:p>
            <a:r>
              <a:t>Memories &amp; planning / Photography &amp; videography</a:t>
            </a:r>
          </a:p>
          <a:p>
            <a:r>
              <a:t>PDF items: Added suggestion</a:t>
            </a:r>
          </a:p>
          <a:p/>
          <a:p>
            <a:r>
              <a:t>Memories &amp; planning / Check availability &amp; permissions for drone filming</a:t>
            </a:r>
          </a:p>
          <a:p>
            <a:r>
              <a:t>PDF items: Added suggestion</a:t>
            </a:r>
          </a:p>
          <a:p/>
          <a:p>
            <a:r>
              <a:t>Memories &amp; planning / Must-have shots &amp; family photo groups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Memories &amp; planning / Printed invites, digital invitations &amp; RSVP</a:t>
            </a:r>
          </a:p>
          <a:p>
            <a:r>
              <a:t>PDF items: Added suggestion</a:t>
            </a:r>
          </a:p>
          <a:p/>
          <a:p>
            <a:r>
              <a:t>Memories &amp; planning / Budget, quotations &amp; payment schedule</a:t>
            </a:r>
          </a:p>
          <a:p>
            <a:r>
              <a:t>PDF items: Added suggestion</a:t>
            </a:r>
          </a:p>
          <a:p/>
          <a:p>
            <a:r>
              <a:t>Memories &amp; planning / Vendor bookings, deposits &amp; balances</a:t>
            </a:r>
          </a:p>
          <a:p>
            <a:r>
              <a:t>PDF items: Added suggestion</a:t>
            </a:r>
          </a:p>
          <a:p/>
          <a:p>
            <a:r>
              <a:t>Memories &amp; planning / Family point of contact &amp; event coordinator</a:t>
            </a:r>
          </a:p>
          <a:p>
            <a:r>
              <a:t>PDF items: Added suggestion</a:t>
            </a:r>
          </a:p>
          <a:p/>
          <a:p>
            <a:r>
              <a:t>Memories &amp; planning / Change requests &amp; final approvals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Arrivals &amp; accommodation / Event office / coordination desk</a:t>
            </a:r>
          </a:p>
          <a:p>
            <a:r>
              <a:t>PDF items: 1</a:t>
            </a:r>
          </a:p>
          <a:p/>
          <a:p>
            <a:r>
              <a:t>Arrivals &amp; accommodation / Team walkie-talkies</a:t>
            </a:r>
          </a:p>
          <a:p>
            <a:r>
              <a:t>PDF items: 2</a:t>
            </a:r>
          </a:p>
          <a:p/>
          <a:p>
            <a:r>
              <a:t>Arrivals &amp; accommodation / Guest pickup &amp; drop-off</a:t>
            </a:r>
          </a:p>
          <a:p>
            <a:r>
              <a:t>PDF items: 3</a:t>
            </a:r>
          </a:p>
          <a:p/>
          <a:p>
            <a:r>
              <a:t>Clarify: Source specifies an Ertiga for three days; choose the vehicle, duration and quantity.</a:t>
            </a:r>
          </a:p>
          <a:p/>
          <a:p>
            <a:r>
              <a:t>Arrivals &amp; accommodation / Railway-station welcome</a:t>
            </a:r>
          </a:p>
          <a:p>
            <a:r>
              <a:t>PDF items: 4</a:t>
            </a:r>
          </a:p>
          <a:p/>
          <a:p>
            <a:r>
              <a:t>Arrivals &amp; accommodation / Luggage name tags</a:t>
            </a:r>
          </a:p>
          <a:p>
            <a:r>
              <a:t>PDF items: 5</a:t>
            </a:r>
          </a:p>
          <a:p/>
          <a:p>
            <a:r>
              <a:t>Arrivals &amp; accommodation / Guest vehicle tags</a:t>
            </a:r>
          </a:p>
          <a:p>
            <a:r>
              <a:t>PDF items: 6</a:t>
            </a:r>
          </a:p>
          <a:p/>
          <a:p>
            <a:r>
              <a:t>Arrivals &amp; accommodation / Room tags / room allocation</a:t>
            </a:r>
          </a:p>
          <a:p>
            <a:r>
              <a:t>PDF items: 7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Arrivals &amp; accommodation / Luggage handling staff</a:t>
            </a:r>
          </a:p>
          <a:p>
            <a:r>
              <a:t>PDF items: 8</a:t>
            </a:r>
          </a:p>
          <a:p/>
          <a:p>
            <a:r>
              <a:t>Arrivals &amp; accommodation / Function signboards / standees</a:t>
            </a:r>
          </a:p>
          <a:p>
            <a:r>
              <a:t>PDF items: 9</a:t>
            </a:r>
          </a:p>
          <a:p/>
          <a:p>
            <a:r>
              <a:t>Arrivals &amp; accommodation / Itinerary leaflet in guest rooms</a:t>
            </a:r>
          </a:p>
          <a:p>
            <a:r>
              <a:t>PDF items: 10</a:t>
            </a:r>
          </a:p>
          <a:p/>
          <a:p>
            <a:r>
              <a:t>Arrivals &amp; accommodation / Emergency contact list</a:t>
            </a:r>
          </a:p>
          <a:p>
            <a:r>
              <a:t>PDF items: 11</a:t>
            </a:r>
          </a:p>
          <a:p/>
          <a:p>
            <a:r>
              <a:t>Arrivals &amp; accommodation / Wedding-party arrival &amp; departure times</a:t>
            </a:r>
          </a:p>
          <a:p>
            <a:r>
              <a:t>PDF items: Added suggestion</a:t>
            </a:r>
          </a:p>
          <a:p/>
          <a:p>
            <a:r>
              <a:t>Arrivals &amp; accommodation / Airport transfers &amp; travel details</a:t>
            </a:r>
          </a:p>
          <a:p>
            <a:r>
              <a:t>PDF items: Added suggestion</a:t>
            </a:r>
          </a:p>
          <a:p/>
          <a:p>
            <a:r>
              <a:t>Arrivals &amp; accommodation / Hotel check-in, check-out &amp; help desk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Guest services / Laundry &amp; ironing</a:t>
            </a:r>
          </a:p>
          <a:p>
            <a:r>
              <a:t>PDF items: 12</a:t>
            </a:r>
          </a:p>
          <a:p/>
          <a:p>
            <a:r>
              <a:t>Guest services / Massage service</a:t>
            </a:r>
          </a:p>
          <a:p>
            <a:r>
              <a:t>PDF items: 13</a:t>
            </a:r>
          </a:p>
          <a:p/>
          <a:p>
            <a:r>
              <a:t>Guest services / Barber service</a:t>
            </a:r>
          </a:p>
          <a:p>
            <a:r>
              <a:t>PDF items: 14</a:t>
            </a:r>
          </a:p>
          <a:p/>
          <a:p>
            <a:r>
              <a:t>Guest services / Beauty / makeup service</a:t>
            </a:r>
          </a:p>
          <a:p>
            <a:r>
              <a:t>PDF items: 15</a:t>
            </a:r>
          </a:p>
          <a:p/>
          <a:p>
            <a:r>
              <a:t>Guest services / Shoe-polishing service</a:t>
            </a:r>
          </a:p>
          <a:p>
            <a:r>
              <a:t>PDF items: 16</a:t>
            </a:r>
          </a:p>
          <a:p/>
          <a:p>
            <a:r>
              <a:t>Guest services / Doctor / medical support arrangement</a:t>
            </a:r>
          </a:p>
          <a:p>
            <a:r>
              <a:t>PDF items: 17</a:t>
            </a:r>
          </a:p>
          <a:p/>
          <a:p>
            <a:r>
              <a:t>Guest services / Room hamper: fruit, cookies, soft drinks &amp; dry fruits</a:t>
            </a:r>
          </a:p>
          <a:p>
            <a:r>
              <a:t>PDF items: 18, 19, 20, 21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Guest services / Welcome drinks: sherbet, coconut water, tea, coffee &amp; water</a:t>
            </a:r>
          </a:p>
          <a:p>
            <a:r>
              <a:t>PDF items: 22, 23, 24, 25, 26</a:t>
            </a:r>
          </a:p>
          <a:p/>
          <a:p>
            <a:r>
              <a:t>Guest services / Water bottles with the family logo</a:t>
            </a:r>
          </a:p>
          <a:p>
            <a:r>
              <a:t>PDF items: 27</a:t>
            </a:r>
          </a:p>
          <a:p/>
          <a:p>
            <a:r>
              <a:t>Guest services / Personalised guest gifts</a:t>
            </a:r>
          </a:p>
          <a:p>
            <a:r>
              <a:t>PDF items: 28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Menu &amp; service / Fruit juices</a:t>
            </a:r>
          </a:p>
          <a:p>
            <a:r>
              <a:t>PDF items: 29</a:t>
            </a:r>
          </a:p>
          <a:p/>
          <a:p>
            <a:r>
              <a:t>Menu &amp; service / Ice cream</a:t>
            </a:r>
          </a:p>
          <a:p>
            <a:r>
              <a:t>PDF items: 30</a:t>
            </a:r>
          </a:p>
          <a:p/>
          <a:p>
            <a:r>
              <a:t>Menu &amp; service / Hot milk</a:t>
            </a:r>
          </a:p>
          <a:p>
            <a:r>
              <a:t>PDF items: 31</a:t>
            </a:r>
          </a:p>
          <a:p/>
          <a:p>
            <a:r>
              <a:t>Menu &amp; service / Soft drinks</a:t>
            </a:r>
          </a:p>
          <a:p>
            <a:r>
              <a:t>PDF items: 32</a:t>
            </a:r>
          </a:p>
          <a:p/>
          <a:p>
            <a:r>
              <a:t>Menu &amp; service / Roasted dry fruits</a:t>
            </a:r>
          </a:p>
          <a:p>
            <a:r>
              <a:t>PDF items: 33</a:t>
            </a:r>
          </a:p>
          <a:p/>
          <a:p>
            <a:r>
              <a:t>Menu &amp; service / Fruit platters</a:t>
            </a:r>
          </a:p>
          <a:p>
            <a:r>
              <a:t>PDF items: 34</a:t>
            </a:r>
          </a:p>
          <a:p/>
          <a:p>
            <a:r>
              <a:t>Menu &amp; service / Breakfast menu</a:t>
            </a:r>
          </a:p>
          <a:p>
            <a:r>
              <a:t>PDF items: 35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Menu &amp; service / Lunch menu</a:t>
            </a:r>
          </a:p>
          <a:p>
            <a:r>
              <a:t>PDF items: 36</a:t>
            </a:r>
          </a:p>
          <a:p/>
          <a:p>
            <a:r>
              <a:t>Menu &amp; service / Dinner menu</a:t>
            </a:r>
          </a:p>
          <a:p>
            <a:r>
              <a:t>PDF items: 37</a:t>
            </a:r>
          </a:p>
          <a:p/>
          <a:p>
            <a:r>
              <a:t>Menu &amp; service / Dining tables, chairs &amp; service tables</a:t>
            </a:r>
          </a:p>
          <a:p>
            <a:r>
              <a:t>PDF items: 38, 39, 40</a:t>
            </a:r>
          </a:p>
          <a:p/>
          <a:p>
            <a:r>
              <a:t>Menu &amp; service / Jain / sattvic / vegetarian menu</a:t>
            </a:r>
          </a:p>
          <a:p>
            <a:r>
              <a:t>PDF items: Added suggestion</a:t>
            </a:r>
          </a:p>
          <a:p/>
          <a:p>
            <a:r>
              <a:t>Menu &amp; service / Allergies, diabetic-friendly &amp; other dietary needs</a:t>
            </a:r>
          </a:p>
          <a:p>
            <a:r>
              <a:t>PDF items: Added suggestion</a:t>
            </a:r>
          </a:p>
          <a:p/>
          <a:p>
            <a:r>
              <a:t>Menu &amp; service / Meals for children &amp; elderly guests</a:t>
            </a:r>
          </a:p>
          <a:p>
            <a:r>
              <a:t>PDF items: Added suggestion</a:t>
            </a:r>
          </a:p>
          <a:p/>
          <a:p>
            <a:r>
              <a:t>Menu &amp; service / Menu tasting &amp; final meal count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Menu &amp; service / Vendor &amp; staff meals</a:t>
            </a:r>
          </a:p>
          <a:p>
            <a:r>
              <a:t>PDF items: Added suggestion</a:t>
            </a:r>
          </a:p>
          <a:p/>
          <a:p>
            <a:r>
              <a:t>Menu &amp; service / Drinking water, hygiene &amp; surplus-food plan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03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al-mandap-01.jpg"/>
          <p:cNvPicPr>
            <a:picLocks noChangeAspect="1"/>
          </p:cNvPicPr>
          <p:nvPr/>
        </p:nvPicPr>
        <p:blipFill>
          <a:blip r:embed="rId2"/>
          <a:srcRect l="17113" r="17113"/>
          <a:stretch>
            <a:fillRect/>
          </a:stretch>
        </p:blipFill>
        <p:spPr>
          <a:xfrm>
            <a:off x="7680960" y="0"/>
            <a:ext cx="4510735" cy="6858000"/>
          </a:xfrm>
          <a:prstGeom prst="rect">
            <a:avLst/>
          </a:prstGeom>
        </p:spPr>
      </p:pic>
      <p:pic>
        <p:nvPicPr>
          <p:cNvPr id="3" name="Picture 2" descr="lion-guardi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0292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93268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A263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LUXE WEDDINGS &amp;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662940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800" b="0">
                <a:solidFill>
                  <a:srgbClr val="F7F2E7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Your wedding.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800" b="0">
                <a:solidFill>
                  <a:srgbClr val="F7F2E7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Every detail,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800" b="0">
                <a:solidFill>
                  <a:srgbClr val="F7F2E7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434840"/>
            <a:ext cx="640080" cy="22860"/>
          </a:xfrm>
          <a:prstGeom prst="rect">
            <a:avLst/>
          </a:prstGeom>
          <a:solidFill>
            <a:srgbClr val="C9A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From Mandap Ropan to the final farewell.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 checklist for your client consultation.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9A263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ENGLISH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01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Mandap Ropan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 meaningful beginning, shaped around your family traditions.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Priest / ritual officiant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Bajoth / low ritual stool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Earthen pots / matki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Chaak vadhavani ritual 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Puja materials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Ritual plates, bowls &amp; spoons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Ganesh sthapana &amp; family-deity puja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* Discuss the exact requirement together.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01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Mandap Ropan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 meaningful beginning, shaped around your family traditions.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Confirm the auspicious time &amp; ritual sequence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Ritual platforms / stages 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Mandap backdrop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Floor mattresses, padded platforms &amp; cushions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Chairs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Sofas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DJ / music setup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* Discuss the exact requirement together.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01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Mandap Ropan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 meaningful beginning, shaped around your family traditions.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Tea &amp; water counter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Toran &amp; floral decoration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 /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muhurat-10.jpg"/>
          <p:cNvPicPr>
            <a:picLocks noChangeAspect="1"/>
          </p:cNvPicPr>
          <p:nvPr/>
        </p:nvPicPr>
        <p:blipFill>
          <a:blip r:embed="rId2"/>
          <a:srcRect l="16621" r="16621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02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Mameru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 warm family welcome and a thoughtful setting for gifts.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Tables to display Mameru gifts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Welcome stoles / khes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Sofas &amp; family seating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Gift labels &amp; inventory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Family photo area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DJ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Dhol players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muhurat-10.jpg"/>
          <p:cNvPicPr>
            <a:picLocks noChangeAspect="1"/>
          </p:cNvPicPr>
          <p:nvPr/>
        </p:nvPicPr>
        <p:blipFill>
          <a:blip r:embed="rId2"/>
          <a:srcRect l="16621" r="16621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02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Mameru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 warm family welcome and a thoughtful setting for gifts.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Live band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Tea, water &amp; soft-drink counter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sangeet-night-decore-07.jpg"/>
          <p:cNvPicPr>
            <a:picLocks noChangeAspect="1"/>
          </p:cNvPicPr>
          <p:nvPr/>
        </p:nvPicPr>
        <p:blipFill>
          <a:blip r:embed="rId2"/>
          <a:srcRect t="7710" b="7710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03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Sangeet &amp; Garba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Music, movement and a celebration that brings everyone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Entrance decoration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Couple’s stage &amp; backdrop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Performance stage &amp; backdrop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Bollywood-themed stage 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Lighting truss / box 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Chairs &amp; sofas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Round tables &amp; chairs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* Discuss the exact requirement together.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sangeet-night-decore-07.jpg"/>
          <p:cNvPicPr>
            <a:picLocks noChangeAspect="1"/>
          </p:cNvPicPr>
          <p:nvPr/>
        </p:nvPicPr>
        <p:blipFill>
          <a:blip r:embed="rId2"/>
          <a:srcRect t="7710" b="7710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03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Sangeet &amp; Garba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Music, movement and a celebration that brings everyone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Performance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LED screen backdrop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Illuminated dance floor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Couple’s entrance concept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Cold-spark effects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Dry-ice effects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Balloon styling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sangeet-night-decore-07.jpg"/>
          <p:cNvPicPr>
            <a:picLocks noChangeAspect="1"/>
          </p:cNvPicPr>
          <p:nvPr/>
        </p:nvPicPr>
        <p:blipFill>
          <a:blip r:embed="rId2"/>
          <a:srcRect t="7710" b="7710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03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Sangeet &amp; Garba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Music, movement and a celebration that brings everyone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Vintage-car entrance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Emcee / host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Sound system &amp; microphones 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Smoke machine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Garba / dandiya &amp; live music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Choreographer &amp; rehearsals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Playlist, performance order &amp; sound check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* Discuss the exact requirement together.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 /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sangeet-night-decore-07.jpg"/>
          <p:cNvPicPr>
            <a:picLocks noChangeAspect="1"/>
          </p:cNvPicPr>
          <p:nvPr/>
        </p:nvPicPr>
        <p:blipFill>
          <a:blip r:embed="rId2"/>
          <a:srcRect t="7710" b="7710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03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Sangeet &amp; Garba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Music, movement and a celebration that brings everyone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Tea, water &amp; soft-drink counter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Snack service counter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4 /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haldi-10.jpg"/>
          <p:cNvPicPr>
            <a:picLocks noChangeAspect="1"/>
          </p:cNvPicPr>
          <p:nvPr/>
        </p:nvPicPr>
        <p:blipFill>
          <a:blip r:embed="rId2"/>
          <a:srcRect l="16621" r="16621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04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Pithi / Haldi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 joyful morning filled with turmeric, flowers and family.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Haldi stage &amp; backdrop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Chairs &amp; padded floor seating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Haldi tub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Flowers &amp; petals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Bajoth / low stool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Safa / turbans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Haldi paste, bowls &amp; application brushes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haldi-10.jpg"/>
          <p:cNvPicPr>
            <a:picLocks noChangeAspect="1"/>
          </p:cNvPicPr>
          <p:nvPr/>
        </p:nvPicPr>
        <p:blipFill>
          <a:blip r:embed="rId2"/>
          <a:srcRect l="16621" r="16621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04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Pithi / Haldi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 joyful morning filled with turmeric, flowers and family.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Towels, changing area &amp; cleanup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Nashik dhol ensemble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Emcee / host 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Special Haldi entrance 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Snack service tables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Tea, water &amp; soft-drink counter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* Discuss the exact requirement together.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4.jpg"/>
          <p:cNvPicPr>
            <a:picLocks noChangeAspect="1"/>
          </p:cNvPicPr>
          <p:nvPr/>
        </p:nvPicPr>
        <p:blipFill>
          <a:blip r:embed="rId2"/>
          <a:srcRect l="3872" r="3872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05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Wedding, Baraat &amp; Varmala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From the procession to the farewell, every moment considered.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Priest / ritual officiant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Wedding mandap, platform &amp; backdrop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LED screen for ceremony viewing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Havan kund, puja materials &amp; utensils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Wedding-song area with mattresses &amp; cushions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Sofas &amp; chairs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Service tables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4.jpg"/>
          <p:cNvPicPr>
            <a:picLocks noChangeAspect="1"/>
          </p:cNvPicPr>
          <p:nvPr/>
        </p:nvPicPr>
        <p:blipFill>
          <a:blip r:embed="rId2"/>
          <a:srcRect l="3872" r="3872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05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Wedding, Baraat &amp; Varmala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From the procession to the farewell, every moment considered.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Antarpat cloth &amp; family ritual materials 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Ceremony timing, pheras &amp; family-specific rituals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Floral canopy for the bridal entrance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Vidaai / farewell &amp; car decoration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Procession band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DJ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Turbans &amp; turban-tying service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* Discuss the exact requirement together.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4.jpg"/>
          <p:cNvPicPr>
            <a:picLocks noChangeAspect="1"/>
          </p:cNvPicPr>
          <p:nvPr/>
        </p:nvPicPr>
        <p:blipFill>
          <a:blip r:embed="rId2"/>
          <a:srcRect l="3872" r="3872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05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Wedding, Baraat &amp; Varmala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From the procession to the farewell, every moment considered.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Horse / carriage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Golf cart / vintage car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Discuss an elephant entrance 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 welcome with roses &amp; flowers 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Ponkhana welcome ritual &amp; ceremonial tray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Procession route &amp; timing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Varmala stage, backdrop &amp; concept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* Discuss the exact requirement together.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 /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4.jpg"/>
          <p:cNvPicPr>
            <a:picLocks noChangeAspect="1"/>
          </p:cNvPicPr>
          <p:nvPr/>
        </p:nvPicPr>
        <p:blipFill>
          <a:blip r:embed="rId2"/>
          <a:srcRect l="3872" r="3872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05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Wedding, Baraat &amp; Varmala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From the procession to the farewell, every moment considered.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Pair of wedding garlands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Glass ramp / stage &amp; cold-spark effects 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Glass ramp &amp; dry-ice effect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Photo / selfie area &amp; props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Tea &amp; water counter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Children’s play area &amp; entertainment 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Children’s snack station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* Discuss the exact requirement together.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4 /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4.jpg"/>
          <p:cNvPicPr>
            <a:picLocks noChangeAspect="1"/>
          </p:cNvPicPr>
          <p:nvPr/>
        </p:nvPicPr>
        <p:blipFill>
          <a:blip r:embed="rId2"/>
          <a:srcRect l="3872" r="3872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05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Wedding, Baraat &amp; Varmala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From the procession to the farewell, every moment considered.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Traditional seated dining / pangat 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* Discuss the exact requirement together.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5 /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haldi-12.jpg"/>
          <p:cNvPicPr>
            <a:picLocks noChangeAspect="1"/>
          </p:cNvPicPr>
          <p:nvPr/>
        </p:nvPicPr>
        <p:blipFill>
          <a:blip r:embed="rId2"/>
          <a:srcRect t="12535" b="12535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06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Mehndi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An additional function—include it if it is part of your celebration.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Bridal mehndi artist &amp; appointment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Mehndi artists for family &amp; guests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Mehndi stage &amp; decoration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Comfortable seating &amp; task lighting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Floral jewellery &amp; bangle counter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Music, games &amp; host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Snacks &amp; drinks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haldi-12.jpg"/>
          <p:cNvPicPr>
            <a:picLocks noChangeAspect="1"/>
          </p:cNvPicPr>
          <p:nvPr/>
        </p:nvPicPr>
        <p:blipFill>
          <a:blip r:embed="rId2"/>
          <a:srcRect t="12535" b="12535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06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Mehndi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An additional function—include it if it is part of your celebration.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Mehndi drying area &amp; helpers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stage-decore-02.jpg"/>
          <p:cNvPicPr>
            <a:picLocks noChangeAspect="1"/>
          </p:cNvPicPr>
          <p:nvPr/>
        </p:nvPicPr>
        <p:blipFill>
          <a:blip r:embed="rId2"/>
          <a:srcRect t="4223" b="4223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07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An additional function for warm wishes and memorable reunions.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Couple’s stage &amp; backdrop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Entrance, name signage &amp; welcome desk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 seating &amp; table plan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Photo queue coordination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Live music / DJ / emcee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Cake &amp; couple’s dance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Dining counters &amp; menu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stage-decore-02.jpg"/>
          <p:cNvPicPr>
            <a:picLocks noChangeAspect="1"/>
          </p:cNvPicPr>
          <p:nvPr/>
        </p:nvPicPr>
        <p:blipFill>
          <a:blip r:embed="rId2"/>
          <a:srcRect t="4223" b="4223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07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Reception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An additional function for warm wishes and memorable reunions.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Secure handling of gifts &amp; envelopes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Return gifts &amp; guest departures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wedding-photo-08.jpg"/>
          <p:cNvPicPr>
            <a:picLocks noChangeAspect="1"/>
          </p:cNvPicPr>
          <p:nvPr/>
        </p:nvPicPr>
        <p:blipFill>
          <a:blip r:embed="rId2"/>
          <a:srcRect l="12043" r="12043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08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Shared arrangements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The thoughtful details that keep every function running smoothly.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Ground &amp; building lighting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Mango-tree decoration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Tree lighting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Coolers, fans &amp; heaters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Electrical outlets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Mobile charging station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Video crew tables &amp; power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wedding-photo-08.jpg"/>
          <p:cNvPicPr>
            <a:picLocks noChangeAspect="1"/>
          </p:cNvPicPr>
          <p:nvPr/>
        </p:nvPicPr>
        <p:blipFill>
          <a:blip r:embed="rId2"/>
          <a:srcRect l="12043" r="12043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08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Shared arrangements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The thoughtful details that keep every function running smoothly.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Background music around the 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Silent generator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Generator fuel cost &amp; responsibility 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Rain backup venue / cover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Setup, venue handover &amp; dismantling schedule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Security staff &amp; personal security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Valet parking, desk, signage &amp; tokens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* Discuss the exact requirement together.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wedding-photo-08.jpg"/>
          <p:cNvPicPr>
            <a:picLocks noChangeAspect="1"/>
          </p:cNvPicPr>
          <p:nvPr/>
        </p:nvPicPr>
        <p:blipFill>
          <a:blip r:embed="rId2"/>
          <a:srcRect l="12043" r="12043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08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Shared arrangements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The thoughtful details that keep every function running smoothly.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Waste bins &amp; cleaning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Fire extinguishers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Welcome arrangement “pyaro” — clarify details 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Return gifts for guests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Makeup, hairstyling &amp; grooming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Feedback box at the hotels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Accessibility for elderly &amp; disabled guests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* Discuss the exact requirement together.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 /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wedding-photo-08.jpg"/>
          <p:cNvPicPr>
            <a:picLocks noChangeAspect="1"/>
          </p:cNvPicPr>
          <p:nvPr/>
        </p:nvPicPr>
        <p:blipFill>
          <a:blip r:embed="rId2"/>
          <a:srcRect l="12043" r="12043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08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Shared arrangements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The thoughtful details that keep every function running smoothly.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Clean washrooms &amp; attendants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First aid &amp; emergency contacts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Child supervision &amp; lost-property desk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Confirm venue rules for sound, effects &amp; timings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Photography &amp; videography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Check availability &amp; permissions for drone filming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Must-have shots &amp; family photo groups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4 /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wedding-photo-08.jpg"/>
          <p:cNvPicPr>
            <a:picLocks noChangeAspect="1"/>
          </p:cNvPicPr>
          <p:nvPr/>
        </p:nvPicPr>
        <p:blipFill>
          <a:blip r:embed="rId2"/>
          <a:srcRect l="12043" r="12043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08 / YOUR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Shared arrangements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The thoughtful details that keep every function running smoothly.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Printed invites, digital invitations &amp; RSVP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Budget, quotations &amp; payment schedule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Vendor bookings, deposits &amp; balances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Family point of contact &amp; event coordinator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Change requests &amp; final approvals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5 /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09 / 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Hospitality &amp; stays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Details from original pages 1–2. Include this section only if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Event office / coordination desk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Team walkie-talkies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 pickup &amp; drop-off 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Railway-station welcome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Luggage name tags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 vehicle tags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Room tags / room allocation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* Discuss the exact requirement together.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09 / 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Hospitality &amp; stays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Details from original pages 1–2. Include this section only if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Luggage handling staff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Function signboards / standees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Itinerary leaflet in guest rooms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Emergency contact list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Wedding-party arrival &amp; departure times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Airport transfers &amp; travel details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Hotel check-in, check-out &amp; help desk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09 / 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Hospitality &amp; stays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Details from original pages 1–2. Include this section only if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Laundry &amp; ironing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Massage 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Barber service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Beauty / makeup 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Shoe-polishing service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Doctor / medical support arrangement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Room hamper: fruit, cookies, soft drinks &amp; dry fruits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 /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09 / 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Hospitality &amp; stays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Details from original pages 1–2. Include this section only if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Welcome drinks: sherbet, coconut water, tea, coffee &amp; water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Water bottles with the family logo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Personalised guest gifts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4 /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10 / 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Dining &amp; beverages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Optional dining from pages 1–2, with room for individual dietary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Fruit juices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Ice cream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Hot milk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Soft drinks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Roasted dry fruits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Fruit platters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Breakfast menu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10 / 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Dining &amp; beverages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Optional dining from pages 1–2, with room for individual dietary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Lunch menu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Dinner menu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Dining tables, chairs &amp; service tables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Jain / sattvic / vegetarian menu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Allergies, diabetic-friendly &amp; other dietary needs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Meals for children &amp; elderly guests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Menu tasting &amp; final meal count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10 / 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Dining &amp; beverages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Optional dining from pages 1–2, with room for individual dietary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NEED  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YOUR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Vendor &amp; staff meals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Drinking water, hygiene &amp; surplus-food plan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Notes / quantities / responsibility: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Time: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Guests: ________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C798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Choose → discuss → confirm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 /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/ CLIENT MEETING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THE FAMILY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400" b="0">
                <a:solidFill>
                  <a:srgbClr val="06403C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The details that make it yours.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Client / family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07792"/>
            <a:ext cx="5029200" cy="10972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2148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Couple’s names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907792"/>
            <a:ext cx="5029200" cy="10972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Dates &amp; 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50791"/>
            <a:ext cx="5029200" cy="10972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291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Contact person / phone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050791"/>
            <a:ext cx="5029200" cy="10972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Budget estimate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93792"/>
            <a:ext cx="5029200" cy="10972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434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Theme, colours &amp; priorities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5193792"/>
            <a:ext cx="5029200" cy="10972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8704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All details are optional.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19088"/>
            <a:ext cx="11155680" cy="8229"/>
          </a:xfrm>
          <a:prstGeom prst="rect">
            <a:avLst/>
          </a:prstGeom>
          <a:solidFill>
            <a:srgbClr val="C9A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 /  LUXE WEDDINGS &amp;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739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CLIENT MEETING CHECKLIST   / 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263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OUR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F7F2E7"/>
                </a:solidFill>
                <a:latin typeface="Georgia"/>
              </a:defRPr>
            </a:pPr>
            <a:r>
              <a:rPr lang="en-IN">
                <a:ea typeface="Georgia"/>
                <a:cs typeface="Georgia"/>
              </a:rPr>
              <a:t>Turn your choices into a plan.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532888"/>
            <a:ext cx="201168" cy="201168"/>
          </a:xfrm>
          <a:prstGeom prst="rect">
            <a:avLst/>
          </a:prstGeom>
          <a:solidFill>
            <a:srgbClr val="06403C"/>
          </a:solidFill>
          <a:ln w="10160">
            <a:solidFill>
              <a:srgbClr val="C9A2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6888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Review your chosen functions and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108960"/>
            <a:ext cx="201168" cy="201168"/>
          </a:xfrm>
          <a:prstGeom prst="rect">
            <a:avLst/>
          </a:prstGeom>
          <a:solidFill>
            <a:srgbClr val="06403C"/>
          </a:solidFill>
          <a:ln w="10160">
            <a:solidFill>
              <a:srgbClr val="C9A2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4495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Confirm open details, designs and quantities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685032"/>
            <a:ext cx="201168" cy="201168"/>
          </a:xfrm>
          <a:prstGeom prst="rect">
            <a:avLst/>
          </a:prstGeom>
          <a:solidFill>
            <a:srgbClr val="06403C"/>
          </a:solidFill>
          <a:ln w="10160">
            <a:solidFill>
              <a:srgbClr val="C9A2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62102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Agree family, planner and vendor responsibilities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261104"/>
            <a:ext cx="201168" cy="201168"/>
          </a:xfrm>
          <a:prstGeom prst="rect">
            <a:avLst/>
          </a:prstGeom>
          <a:solidFill>
            <a:srgbClr val="06403C"/>
          </a:solidFill>
          <a:ln w="10160">
            <a:solidFill>
              <a:srgbClr val="C9A2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9709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Discuss quotations, availability and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120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3DFD4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Edit the text and tick boxes in PowerPoint. For live ticking and saved answers, use the website 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89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9A263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A planning worksheet; not a booking or quotation.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19088"/>
            <a:ext cx="11155680" cy="8229"/>
          </a:xfrm>
          <a:prstGeom prst="rect">
            <a:avLst/>
          </a:prstGeom>
          <a:solidFill>
            <a:srgbClr val="C9A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 /  LUXE WEDDINGS &amp;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739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CLIENT MEETING CHECKLIST   /  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Wedding Planning Checklist</dc:title>
  <dc:subject>Gujarati wedding client meeting checklist</dc:subject>
  <dc:creator>J.Vardhan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