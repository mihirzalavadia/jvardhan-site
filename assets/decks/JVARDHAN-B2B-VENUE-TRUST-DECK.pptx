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Quattrocento" panose="02020502030000000404" pitchFamily="18" charset="0"/>
      <p:regular r:id="rId16"/>
    </p:embeddedFont>
    <p:embeddedFont>
      <p:font typeface="Quattrocento Bold" panose="020208020300000004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ir Zalavadiya" userId="d160ddaa6f3f0cd0" providerId="LiveId" clId="{F927EE82-8F48-48FF-88A0-1EABAF0F1276}"/>
    <pc:docChg chg="custSel modSld">
      <pc:chgData name="Mihir Zalavadiya" userId="d160ddaa6f3f0cd0" providerId="LiveId" clId="{F927EE82-8F48-48FF-88A0-1EABAF0F1276}" dt="2026-07-24T21:22:56.361" v="1"/>
      <pc:docMkLst>
        <pc:docMk/>
      </pc:docMkLst>
      <pc:sldChg chg="delSp mod">
        <pc:chgData name="Mihir Zalavadiya" userId="d160ddaa6f3f0cd0" providerId="LiveId" clId="{F927EE82-8F48-48FF-88A0-1EABAF0F1276}" dt="2026-07-24T21:22:56.361" v="1"/>
        <pc:sldMkLst>
          <pc:docMk/>
          <pc:sldMk cId="0" sldId="268"/>
        </pc:sldMkLst>
        <pc:spChg chg="del">
          <ac:chgData name="Mihir Zalavadiya" userId="d160ddaa6f3f0cd0" providerId="LiveId" clId="{F927EE82-8F48-48FF-88A0-1EABAF0F1276}" dt="2026-07-24T21:22:56.361" v="1"/>
          <ac:spMkLst>
            <pc:docMk/>
            <pc:sldMk cId="0" sldId="26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2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22617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J.VARDHAN LUXE EVENTS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3111996"/>
            <a:ext cx="2498563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EF9C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7740" y="3171825"/>
            <a:ext cx="286883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VENUE PARTNERSHIP PROFILE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98086" y="3639443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Wedding Design · Floral Styling · Mandap &amp; Event Production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Promised. Planned. Delivered.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1707555"/>
            <a:ext cx="1007740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817740" y="1767384"/>
            <a:ext cx="137801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ABOUT US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086" y="2090440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Who We Are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698086" y="2976265"/>
            <a:ext cx="6223638" cy="2044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family-run house of floral design, mandap craft, lighting and end-to-end event production from Gujarat.</a:t>
            </a:r>
            <a:endParaRPr lang="en-US" sz="1550" dirty="0"/>
          </a:p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design, build and deliver celebrations with our own team — from first flower to last light.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One house. Every detail.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28242" y="6435130"/>
            <a:ext cx="851970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129109"/>
            <a:ext cx="1494495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817740" y="1188938"/>
            <a:ext cx="186477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51199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Problem Venues Know Well</a:t>
            </a:r>
            <a:endParaRPr lang="en-US" sz="3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397820"/>
            <a:ext cx="3465525" cy="15009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507" y="2622649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Friction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24507" y="3035598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Outside decorators create friction.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3035" y="2397820"/>
            <a:ext cx="3465525" cy="15009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89457" y="2622649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Risk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689457" y="3035598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Property damage risk sits with your team.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7985" y="2397820"/>
            <a:ext cx="3465624" cy="150098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54407" y="2622649"/>
            <a:ext cx="29143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Control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8354407" y="3035598"/>
            <a:ext cx="29143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Unmanaged crews wander your property.</a:t>
            </a:r>
            <a:endParaRPr lang="en-US" sz="1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098230"/>
            <a:ext cx="3465525" cy="150098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507" y="4323060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Timing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1024507" y="4736009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Late setups block the next booking.</a:t>
            </a:r>
            <a:endParaRPr lang="en-US" sz="15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3035" y="4098230"/>
            <a:ext cx="3465525" cy="150098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89457" y="4323060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Stress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4689457" y="4736009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Your banquet staff absorbs the stress.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11199036" y="6435130"/>
            <a:ext cx="85306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1733352"/>
            <a:ext cx="1284454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5389626" y="1793180"/>
            <a:ext cx="165472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ANSWER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69971" y="2116237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Integrated Production Partner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5269971" y="3588742"/>
            <a:ext cx="6223638" cy="1406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arrive prepared. We work inside your rules.</a:t>
            </a:r>
            <a:endParaRPr lang="en-US" sz="1550" dirty="0"/>
          </a:p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crew is disciplined, supervised and accountable.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hand the space back on time — and clean.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204096" y="6435130"/>
            <a:ext cx="84800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479054"/>
            <a:ext cx="957437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817740" y="1538883"/>
            <a:ext cx="1327712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SERVICES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86193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We Deliver</a:t>
            </a:r>
            <a:endParaRPr lang="en-US" sz="3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747764"/>
            <a:ext cx="498661" cy="4986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6077" y="2747764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Floral Design &amp; Installations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46077" y="3160713"/>
            <a:ext cx="452505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Bespoke arrangements and large-scale floral installations crafted by our own team.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463" y="2747764"/>
            <a:ext cx="498661" cy="4986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68455" y="2747764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Mandaps, Stages &amp; Gateways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968455" y="3160713"/>
            <a:ext cx="452515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Custom-built mandaps, ceremonial stages and entrance gateways designed for each event.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4198045"/>
            <a:ext cx="498661" cy="4986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46077" y="4198045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Ambient &amp; Event Lighting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446077" y="4610993"/>
            <a:ext cx="452505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Atmospheric lighting that transforms your property from ceremony to celebration.</a:t>
            </a:r>
            <a:endParaRPr lang="en-US" sz="1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0463" y="4198045"/>
            <a:ext cx="498661" cy="4986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68455" y="4198045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Planning &amp; Coordination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6968455" y="4610993"/>
            <a:ext cx="452515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End-to-end on-ground coordination under one roof, one point of contact.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11200822" y="6435130"/>
            <a:ext cx="851276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752376"/>
            <a:ext cx="1017760" cy="212130"/>
          </a:xfrm>
          <a:prstGeom prst="roundRect">
            <a:avLst>
              <a:gd name="adj" fmla="val 7899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781824" y="794246"/>
            <a:ext cx="1459868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PROPERTY CARE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8086" y="1003598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Responsibility to Your Property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13" y="2451398"/>
            <a:ext cx="4828459" cy="26339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5244" y="1674912"/>
            <a:ext cx="209446" cy="2094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96673" y="1670645"/>
            <a:ext cx="310318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Venue Rules First. Always.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396673" y="1973759"/>
            <a:ext cx="3103187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Your property's policies govern every decision we make on-site.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5244" y="2553097"/>
            <a:ext cx="209446" cy="2094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96673" y="2548830"/>
            <a:ext cx="310318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Non-Invasive Methods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8396673" y="2851944"/>
            <a:ext cx="3103187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Setup techniques that protect floors, lawns and fixtures throughout.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5244" y="3431282"/>
            <a:ext cx="209446" cy="2094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96673" y="3427016"/>
            <a:ext cx="310318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Agreed Windows in Writing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8396673" y="3730129"/>
            <a:ext cx="3103187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Setup and dismantle schedules confirmed in advance, in writing.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5244" y="4309467"/>
            <a:ext cx="209446" cy="20945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96673" y="4305201"/>
            <a:ext cx="310318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Named Supervisor On-Site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8396673" y="4608314"/>
            <a:ext cx="3103187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single accountable contact your team can always reach.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5244" y="5187652"/>
            <a:ext cx="209446" cy="20945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96673" y="5183386"/>
            <a:ext cx="310318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Clean, Complete Handover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8396673" y="5486499"/>
            <a:ext cx="3103187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event ends with a full, tidy handover of your space.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11199036" y="6435130"/>
            <a:ext cx="85306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2298502"/>
            <a:ext cx="1539142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5389626" y="2358330"/>
            <a:ext cx="190941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CRAFTSMANSHIP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69971" y="268138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Quality We Bring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5269971" y="3567212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element designed, built and finished by our own hands.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Consistency your venue can promise its clients.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203501" y="6435130"/>
            <a:ext cx="848597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58912"/>
            <a:ext cx="873897" cy="288032"/>
          </a:xfrm>
          <a:prstGeom prst="roundRect">
            <a:avLst>
              <a:gd name="adj" fmla="val 7895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811788" y="715764"/>
            <a:ext cx="1256078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PROCESS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1018877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How a Partnership Works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157" y="1846163"/>
            <a:ext cx="9927282" cy="37252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53308" y="4540010"/>
            <a:ext cx="1497332" cy="542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 Together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266260" y="4540010"/>
            <a:ext cx="1497332" cy="542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Disciplined Execution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389468" y="4540010"/>
            <a:ext cx="1497332" cy="542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Written Agreement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12675" y="4540010"/>
            <a:ext cx="1497332" cy="542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Design Proposal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94860" y="4675580"/>
            <a:ext cx="149733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Site Visit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98086" y="5773936"/>
            <a:ext cx="11405108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clear, structured process from first conversation to final handover — so your team always knows what to expect.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197052" y="6435130"/>
            <a:ext cx="855046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179909"/>
            <a:ext cx="1515231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817740" y="1239738"/>
            <a:ext cx="1885506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VENUE BENEFITS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56279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Your Venue Gains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98086" y="2448620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6" name="Text 4"/>
          <p:cNvSpPr/>
          <p:nvPr/>
        </p:nvSpPr>
        <p:spPr>
          <a:xfrm>
            <a:off x="897510" y="2648049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Celebration-Ready Spaces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7510" y="3060998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Transformed spaces that convert enquiries into confirmed bookings.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95560" y="2448620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9" name="Text 7"/>
          <p:cNvSpPr/>
          <p:nvPr/>
        </p:nvSpPr>
        <p:spPr>
          <a:xfrm>
            <a:off x="6394985" y="2648049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Packaged Decor Offers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94985" y="3060998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Branded decor packages presented under your venue's name.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98086" y="4098230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12" name="Text 10"/>
          <p:cNvSpPr/>
          <p:nvPr/>
        </p:nvSpPr>
        <p:spPr>
          <a:xfrm>
            <a:off x="897510" y="4297660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Professional Photography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7510" y="4710609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High-quality images of your transformed property, ready for your marketing.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195560" y="4098230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15" name="Text 13"/>
          <p:cNvSpPr/>
          <p:nvPr/>
        </p:nvSpPr>
        <p:spPr>
          <a:xfrm>
            <a:off x="6394985" y="4297660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Fewer Vendor Headaches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94985" y="4710609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One accountable partner means less coordination burden for your banquet team.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199036" y="6435130"/>
            <a:ext cx="85306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780653"/>
            <a:ext cx="1564938" cy="242491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793829" y="828477"/>
            <a:ext cx="198303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PARTNERSHIP MODELS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98086" y="1074142"/>
            <a:ext cx="6223638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How We Can Work Together</a:t>
            </a:r>
            <a:endParaRPr lang="en-US" sz="2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1735038"/>
            <a:ext cx="6223638" cy="9574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2986" y="1913632"/>
            <a:ext cx="5260149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Preferred Decor Partner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482986" y="2224881"/>
            <a:ext cx="526014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formal preferred-partner arrangement with your venue.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820095"/>
            <a:ext cx="6223638" cy="9574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2986" y="2998688"/>
            <a:ext cx="5260149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Approved Vendor Listing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482986" y="3309937"/>
            <a:ext cx="526014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Listed as an approved vendor for clients booking your property.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905151"/>
            <a:ext cx="6223638" cy="9574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2986" y="4083745"/>
            <a:ext cx="5260149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Co-Branded Wedding Packages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482986" y="4394994"/>
            <a:ext cx="526014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Joint packages presented under both our names to prospective clients.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990207"/>
            <a:ext cx="6223638" cy="9574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82986" y="5168801"/>
            <a:ext cx="5260149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Seasonal Decor Partnership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1482986" y="5480050"/>
            <a:ext cx="526014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Collaborative arrangements for peak wedding and festive seasons.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6563553" y="6435130"/>
            <a:ext cx="916659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75804"/>
            <a:ext cx="1635679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817740" y="935633"/>
            <a:ext cx="200595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GETTING STARTED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25868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Start Small. Prove Everything.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324001"/>
            <a:ext cx="5154484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low-risk pilot: partner with us for the first three events.</a:t>
            </a:r>
            <a:endParaRPr lang="en-US" sz="1550" dirty="0"/>
          </a:p>
          <a:p>
            <a:pPr marL="0" indent="0" algn="l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Judge the discipline. Judge the quality.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Then decide the long-term model.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345476" y="2368848"/>
            <a:ext cx="2477529" cy="1849140"/>
          </a:xfrm>
          <a:prstGeom prst="roundRect">
            <a:avLst>
              <a:gd name="adj" fmla="val 1618"/>
            </a:avLst>
          </a:prstGeom>
          <a:solidFill>
            <a:srgbClr val="315251"/>
          </a:solidFill>
          <a:ln/>
        </p:spPr>
      </p:sp>
      <p:sp>
        <p:nvSpPr>
          <p:cNvPr id="7" name="Text 5"/>
          <p:cNvSpPr/>
          <p:nvPr/>
        </p:nvSpPr>
        <p:spPr>
          <a:xfrm>
            <a:off x="6544900" y="2568277"/>
            <a:ext cx="207868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Event 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44900" y="3060998"/>
            <a:ext cx="207868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demonstrate our process and discipline.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022430" y="2368848"/>
            <a:ext cx="2477529" cy="1849140"/>
          </a:xfrm>
          <a:prstGeom prst="roundRect">
            <a:avLst>
              <a:gd name="adj" fmla="val 1618"/>
            </a:avLst>
          </a:prstGeom>
          <a:solidFill>
            <a:srgbClr val="315251"/>
          </a:solidFill>
          <a:ln/>
        </p:spPr>
      </p:sp>
      <p:sp>
        <p:nvSpPr>
          <p:cNvPr id="10" name="Text 8"/>
          <p:cNvSpPr/>
          <p:nvPr/>
        </p:nvSpPr>
        <p:spPr>
          <a:xfrm>
            <a:off x="9221854" y="2568277"/>
            <a:ext cx="207868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Event Two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21854" y="3060998"/>
            <a:ext cx="207868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 assess quality, crew conduct and handover.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345476" y="4417417"/>
            <a:ext cx="5154484" cy="1210766"/>
          </a:xfrm>
          <a:prstGeom prst="roundRect">
            <a:avLst>
              <a:gd name="adj" fmla="val 2471"/>
            </a:avLst>
          </a:prstGeom>
          <a:solidFill>
            <a:srgbClr val="315251"/>
          </a:solidFill>
          <a:ln/>
        </p:spPr>
      </p:sp>
      <p:sp>
        <p:nvSpPr>
          <p:cNvPr id="13" name="Text 11"/>
          <p:cNvSpPr/>
          <p:nvPr/>
        </p:nvSpPr>
        <p:spPr>
          <a:xfrm>
            <a:off x="6544900" y="4616847"/>
            <a:ext cx="475563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Event Three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44900" y="5109567"/>
            <a:ext cx="475563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Together, we decide the long-term model.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176117" y="6435130"/>
            <a:ext cx="875980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961330"/>
            <a:ext cx="970831" cy="303113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817740" y="1021159"/>
            <a:ext cx="1341106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CONTACT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086" y="1344216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Let's Walk Your Property Together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698086" y="2816721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would rather show you than tell you.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Invite us for a site visit.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686" y="3878362"/>
            <a:ext cx="3012504" cy="7829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8309" y="3903762"/>
            <a:ext cx="27368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WhatsApp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48309" y="4316710"/>
            <a:ext cx="273688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[number pending]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9121" y="3878362"/>
            <a:ext cx="3012603" cy="7829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84744" y="3903762"/>
            <a:ext cx="273698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Phone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4184744" y="4316710"/>
            <a:ext cx="273698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[number pending]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686" y="5009455"/>
            <a:ext cx="6249037" cy="7829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8309" y="5034855"/>
            <a:ext cx="597341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Location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48309" y="5447804"/>
            <a:ext cx="59734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Gujarat, India.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578832" y="6435130"/>
            <a:ext cx="901380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8086" y="213786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note of transparency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3023691"/>
            <a:ext cx="10795524" cy="194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profile is an introduction, not a contract or offer.</a:t>
            </a:r>
            <a:endParaRPr lang="en-US" sz="1550" dirty="0"/>
          </a:p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All scopes, timelines, responsibilities and commercial terms are confirmed in a written agreement before any event.</a:t>
            </a:r>
            <a:endParaRPr lang="en-US" sz="1550" dirty="0"/>
          </a:p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Images are representative of our design direction; a venue-specific proposal follows a site visit.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work within each property's rules, safety requirements and vendor policies at all times.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149627" y="6435130"/>
            <a:ext cx="902471" cy="167580"/>
          </a:xfrm>
          <a:prstGeom prst="rect">
            <a:avLst/>
          </a:prstGeom>
          <a:noFill/>
          <a:ln/>
        </p:spPr>
        <p:txBody>
          <a:bodyPr wrap="none" lIns="0" tIns="62836" rIns="104727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Microsoft Office PowerPoint</Application>
  <PresentationFormat>Widescreen</PresentationFormat>
  <Paragraphs>131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Quattrocento</vt:lpstr>
      <vt:lpstr>Arial</vt:lpstr>
      <vt:lpstr>Quattrocento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Mihir Zalavadiya</cp:lastModifiedBy>
  <cp:revision>2</cp:revision>
  <dcterms:created xsi:type="dcterms:W3CDTF">2026-07-24T21:12:30Z</dcterms:created>
  <dcterms:modified xsi:type="dcterms:W3CDTF">2026-07-24T21:22:56Z</dcterms:modified>
</cp:coreProperties>
</file>